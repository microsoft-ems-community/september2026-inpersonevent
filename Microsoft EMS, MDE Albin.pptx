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7"/>
  </p:notesMasterIdLst>
  <p:sldIdLst>
    <p:sldId id="256" r:id="rId2"/>
    <p:sldId id="257" r:id="rId3"/>
    <p:sldId id="279" r:id="rId4"/>
    <p:sldId id="3175" r:id="rId5"/>
    <p:sldId id="280" r:id="rId6"/>
    <p:sldId id="281" r:id="rId7"/>
    <p:sldId id="3177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3133" r:id="rId24"/>
    <p:sldId id="3134" r:id="rId25"/>
    <p:sldId id="3135" r:id="rId26"/>
    <p:sldId id="3136" r:id="rId27"/>
    <p:sldId id="3137" r:id="rId28"/>
    <p:sldId id="3138" r:id="rId29"/>
    <p:sldId id="3139" r:id="rId30"/>
    <p:sldId id="3140" r:id="rId31"/>
    <p:sldId id="3141" r:id="rId32"/>
    <p:sldId id="3142" r:id="rId33"/>
    <p:sldId id="3143" r:id="rId34"/>
    <p:sldId id="3144" r:id="rId35"/>
    <p:sldId id="3145" r:id="rId36"/>
    <p:sldId id="3146" r:id="rId37"/>
    <p:sldId id="3147" r:id="rId38"/>
    <p:sldId id="3148" r:id="rId39"/>
    <p:sldId id="3149" r:id="rId40"/>
    <p:sldId id="3150" r:id="rId41"/>
    <p:sldId id="3151" r:id="rId42"/>
    <p:sldId id="3152" r:id="rId43"/>
    <p:sldId id="3153" r:id="rId44"/>
    <p:sldId id="3154" r:id="rId45"/>
    <p:sldId id="3155" r:id="rId46"/>
    <p:sldId id="3156" r:id="rId47"/>
    <p:sldId id="3157" r:id="rId48"/>
    <p:sldId id="3158" r:id="rId49"/>
    <p:sldId id="3159" r:id="rId50"/>
    <p:sldId id="3176" r:id="rId51"/>
    <p:sldId id="3160" r:id="rId52"/>
    <p:sldId id="3161" r:id="rId53"/>
    <p:sldId id="3162" r:id="rId54"/>
    <p:sldId id="3163" r:id="rId55"/>
    <p:sldId id="3174" r:id="rId56"/>
    <p:sldId id="3172" r:id="rId57"/>
    <p:sldId id="3173" r:id="rId58"/>
    <p:sldId id="3164" r:id="rId59"/>
    <p:sldId id="3171" r:id="rId60"/>
    <p:sldId id="3165" r:id="rId61"/>
    <p:sldId id="3166" r:id="rId62"/>
    <p:sldId id="3167" r:id="rId63"/>
    <p:sldId id="3168" r:id="rId64"/>
    <p:sldId id="3169" r:id="rId65"/>
    <p:sldId id="277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50F0BC-6F26-46F0-837A-57E82ABA4FD0}" v="141" dt="2026-09-04T08:31:09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05" autoAdjust="0"/>
    <p:restoredTop sz="66870" autoAdjust="0"/>
  </p:normalViewPr>
  <p:slideViewPr>
    <p:cSldViewPr snapToGrid="0" snapToObjects="1">
      <p:cViewPr varScale="1">
        <p:scale>
          <a:sx n="70" d="100"/>
          <a:sy n="70" d="100"/>
        </p:scale>
        <p:origin x="940" y="4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in Klinaku - AdVision." userId="ce7582b8-f3b5-4aaf-87d8-dcf15cdf685d" providerId="ADAL" clId="{624E55B4-BEF5-4C80-9E29-9E36F3D4C9D0}"/>
    <pc:docChg chg="undo custSel addSld delSld modSld sldOrd">
      <pc:chgData name="Albin Klinaku - AdVision." userId="ce7582b8-f3b5-4aaf-87d8-dcf15cdf685d" providerId="ADAL" clId="{624E55B4-BEF5-4C80-9E29-9E36F3D4C9D0}" dt="2026-09-04T15:52:00.243" v="657" actId="478"/>
      <pc:docMkLst>
        <pc:docMk/>
      </pc:docMkLst>
      <pc:sldChg chg="modSp mod">
        <pc:chgData name="Albin Klinaku - AdVision." userId="ce7582b8-f3b5-4aaf-87d8-dcf15cdf685d" providerId="ADAL" clId="{624E55B4-BEF5-4C80-9E29-9E36F3D4C9D0}" dt="2026-09-04T11:23:18.096" v="632" actId="20577"/>
        <pc:sldMkLst>
          <pc:docMk/>
          <pc:sldMk cId="0" sldId="256"/>
        </pc:sldMkLst>
        <pc:spChg chg="mod">
          <ac:chgData name="Albin Klinaku - AdVision." userId="ce7582b8-f3b5-4aaf-87d8-dcf15cdf685d" providerId="ADAL" clId="{624E55B4-BEF5-4C80-9E29-9E36F3D4C9D0}" dt="2026-09-04T11:23:18.096" v="632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lbin Klinaku - AdVision." userId="ce7582b8-f3b5-4aaf-87d8-dcf15cdf685d" providerId="ADAL" clId="{624E55B4-BEF5-4C80-9E29-9E36F3D4C9D0}" dt="2026-09-04T08:26:44.394" v="434" actId="20577"/>
          <ac:spMkLst>
            <pc:docMk/>
            <pc:sldMk cId="0" sldId="256"/>
            <ac:spMk id="11" creationId="{00000000-0000-0000-0000-000000000000}"/>
          </ac:spMkLst>
        </pc:spChg>
      </pc:sldChg>
      <pc:sldChg chg="addSp delSp modSp mod">
        <pc:chgData name="Albin Klinaku - AdVision." userId="ce7582b8-f3b5-4aaf-87d8-dcf15cdf685d" providerId="ADAL" clId="{624E55B4-BEF5-4C80-9E29-9E36F3D4C9D0}" dt="2026-09-04T10:35:28.762" v="581" actId="14826"/>
        <pc:sldMkLst>
          <pc:docMk/>
          <pc:sldMk cId="0" sldId="257"/>
        </pc:sldMkLst>
        <pc:spChg chg="mod">
          <ac:chgData name="Albin Klinaku - AdVision." userId="ce7582b8-f3b5-4aaf-87d8-dcf15cdf685d" providerId="ADAL" clId="{624E55B4-BEF5-4C80-9E29-9E36F3D4C9D0}" dt="2026-09-04T09:37:57.044" v="512" actId="5793"/>
          <ac:spMkLst>
            <pc:docMk/>
            <pc:sldMk cId="0" sldId="257"/>
            <ac:spMk id="9" creationId="{00000000-0000-0000-0000-000000000000}"/>
          </ac:spMkLst>
        </pc:spChg>
        <pc:spChg chg="mod">
          <ac:chgData name="Albin Klinaku - AdVision." userId="ce7582b8-f3b5-4aaf-87d8-dcf15cdf685d" providerId="ADAL" clId="{624E55B4-BEF5-4C80-9E29-9E36F3D4C9D0}" dt="2026-09-04T09:39:21.054" v="574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Albin Klinaku - AdVision." userId="ce7582b8-f3b5-4aaf-87d8-dcf15cdf685d" providerId="ADAL" clId="{624E55B4-BEF5-4C80-9E29-9E36F3D4C9D0}" dt="2026-09-04T09:39:09.040" v="547" actId="20577"/>
          <ac:spMkLst>
            <pc:docMk/>
            <pc:sldMk cId="0" sldId="257"/>
            <ac:spMk id="12" creationId="{00000000-0000-0000-0000-000000000000}"/>
          </ac:spMkLst>
        </pc:spChg>
        <pc:spChg chg="del">
          <ac:chgData name="Albin Klinaku - AdVision." userId="ce7582b8-f3b5-4aaf-87d8-dcf15cdf685d" providerId="ADAL" clId="{624E55B4-BEF5-4C80-9E29-9E36F3D4C9D0}" dt="2026-09-04T09:40:22.158" v="575" actId="478"/>
          <ac:spMkLst>
            <pc:docMk/>
            <pc:sldMk cId="0" sldId="257"/>
            <ac:spMk id="16" creationId="{00000000-0000-0000-0000-000000000000}"/>
          </ac:spMkLst>
        </pc:spChg>
        <pc:picChg chg="add del mod">
          <ac:chgData name="Albin Klinaku - AdVision." userId="ce7582b8-f3b5-4aaf-87d8-dcf15cdf685d" providerId="ADAL" clId="{624E55B4-BEF5-4C80-9E29-9E36F3D4C9D0}" dt="2026-09-04T10:35:28.762" v="581" actId="14826"/>
          <ac:picMkLst>
            <pc:docMk/>
            <pc:sldMk cId="0" sldId="257"/>
            <ac:picMk id="5" creationId="{CB20E026-506A-5DF1-4DC9-7F31FA8FD310}"/>
          </ac:picMkLst>
        </pc:picChg>
        <pc:picChg chg="add del">
          <ac:chgData name="Albin Klinaku - AdVision." userId="ce7582b8-f3b5-4aaf-87d8-dcf15cdf685d" providerId="ADAL" clId="{624E55B4-BEF5-4C80-9E29-9E36F3D4C9D0}" dt="2026-09-04T10:35:26.170" v="579" actId="22"/>
          <ac:picMkLst>
            <pc:docMk/>
            <pc:sldMk cId="0" sldId="257"/>
            <ac:picMk id="11" creationId="{00918BB9-FAC3-10C4-5627-58445DB296FA}"/>
          </ac:picMkLst>
        </pc:picChg>
      </pc:sldChg>
      <pc:sldChg chg="addSp delSp modSp mod">
        <pc:chgData name="Albin Klinaku - AdVision." userId="ce7582b8-f3b5-4aaf-87d8-dcf15cdf685d" providerId="ADAL" clId="{624E55B4-BEF5-4C80-9E29-9E36F3D4C9D0}" dt="2026-09-04T08:43:39.112" v="510" actId="1076"/>
        <pc:sldMkLst>
          <pc:docMk/>
          <pc:sldMk cId="0" sldId="277"/>
        </pc:sldMkLst>
        <pc:spChg chg="add del">
          <ac:chgData name="Albin Klinaku - AdVision." userId="ce7582b8-f3b5-4aaf-87d8-dcf15cdf685d" providerId="ADAL" clId="{624E55B4-BEF5-4C80-9E29-9E36F3D4C9D0}" dt="2026-09-04T08:43:24.350" v="508" actId="22"/>
          <ac:spMkLst>
            <pc:docMk/>
            <pc:sldMk cId="0" sldId="277"/>
            <ac:spMk id="12" creationId="{32A0832C-D170-84B4-4580-8B795F0BE233}"/>
          </ac:spMkLst>
        </pc:spChg>
        <pc:picChg chg="add mod">
          <ac:chgData name="Albin Klinaku - AdVision." userId="ce7582b8-f3b5-4aaf-87d8-dcf15cdf685d" providerId="ADAL" clId="{624E55B4-BEF5-4C80-9E29-9E36F3D4C9D0}" dt="2026-09-04T08:43:39.112" v="510" actId="1076"/>
          <ac:picMkLst>
            <pc:docMk/>
            <pc:sldMk cId="0" sldId="277"/>
            <ac:picMk id="14" creationId="{E9833052-EF03-E231-6082-EB8A6BD2E70B}"/>
          </ac:picMkLst>
        </pc:picChg>
      </pc:sldChg>
      <pc:sldChg chg="delSp modSp mod">
        <pc:chgData name="Albin Klinaku - AdVision." userId="ce7582b8-f3b5-4aaf-87d8-dcf15cdf685d" providerId="ADAL" clId="{624E55B4-BEF5-4C80-9E29-9E36F3D4C9D0}" dt="2026-09-04T07:20:05.587" v="146" actId="478"/>
        <pc:sldMkLst>
          <pc:docMk/>
          <pc:sldMk cId="2450885664" sldId="279"/>
        </pc:sldMkLst>
        <pc:spChg chg="mod">
          <ac:chgData name="Albin Klinaku - AdVision." userId="ce7582b8-f3b5-4aaf-87d8-dcf15cdf685d" providerId="ADAL" clId="{624E55B4-BEF5-4C80-9E29-9E36F3D4C9D0}" dt="2026-09-04T07:19:59.622" v="144" actId="1076"/>
          <ac:spMkLst>
            <pc:docMk/>
            <pc:sldMk cId="2450885664" sldId="279"/>
            <ac:spMk id="3" creationId="{098A8480-34D5-752F-902A-E7C0BF161FDB}"/>
          </ac:spMkLst>
        </pc:spChg>
        <pc:spChg chg="del">
          <ac:chgData name="Albin Klinaku - AdVision." userId="ce7582b8-f3b5-4aaf-87d8-dcf15cdf685d" providerId="ADAL" clId="{624E55B4-BEF5-4C80-9E29-9E36F3D4C9D0}" dt="2026-09-04T07:20:02.684" v="145" actId="478"/>
          <ac:spMkLst>
            <pc:docMk/>
            <pc:sldMk cId="2450885664" sldId="279"/>
            <ac:spMk id="4" creationId="{80162EA7-43C1-4D1D-3410-B117F4884D17}"/>
          </ac:spMkLst>
        </pc:spChg>
        <pc:spChg chg="mod">
          <ac:chgData name="Albin Klinaku - AdVision." userId="ce7582b8-f3b5-4aaf-87d8-dcf15cdf685d" providerId="ADAL" clId="{624E55B4-BEF5-4C80-9E29-9E36F3D4C9D0}" dt="2026-09-04T07:08:16.221" v="5" actId="20577"/>
          <ac:spMkLst>
            <pc:docMk/>
            <pc:sldMk cId="2450885664" sldId="279"/>
            <ac:spMk id="6" creationId="{90773858-2FF5-DD28-678F-246401B95A45}"/>
          </ac:spMkLst>
        </pc:spChg>
        <pc:spChg chg="del">
          <ac:chgData name="Albin Klinaku - AdVision." userId="ce7582b8-f3b5-4aaf-87d8-dcf15cdf685d" providerId="ADAL" clId="{624E55B4-BEF5-4C80-9E29-9E36F3D4C9D0}" dt="2026-09-04T07:20:05.587" v="146" actId="478"/>
          <ac:spMkLst>
            <pc:docMk/>
            <pc:sldMk cId="2450885664" sldId="279"/>
            <ac:spMk id="21" creationId="{3D2FEC01-C3EF-A692-5667-6B115EA64DC1}"/>
          </ac:spMkLst>
        </pc:spChg>
      </pc:sldChg>
      <pc:sldChg chg="modSp mod ord">
        <pc:chgData name="Albin Klinaku - AdVision." userId="ce7582b8-f3b5-4aaf-87d8-dcf15cdf685d" providerId="ADAL" clId="{624E55B4-BEF5-4C80-9E29-9E36F3D4C9D0}" dt="2026-09-04T08:27:55.837" v="440" actId="1076"/>
        <pc:sldMkLst>
          <pc:docMk/>
          <pc:sldMk cId="4027894332" sldId="280"/>
        </pc:sldMkLst>
        <pc:spChg chg="mod">
          <ac:chgData name="Albin Klinaku - AdVision." userId="ce7582b8-f3b5-4aaf-87d8-dcf15cdf685d" providerId="ADAL" clId="{624E55B4-BEF5-4C80-9E29-9E36F3D4C9D0}" dt="2026-09-04T08:27:55.837" v="440" actId="1076"/>
          <ac:spMkLst>
            <pc:docMk/>
            <pc:sldMk cId="4027894332" sldId="280"/>
            <ac:spMk id="6" creationId="{9E287A42-8CB1-1DC2-49B7-AE055F89CADC}"/>
          </ac:spMkLst>
        </pc:spChg>
      </pc:sldChg>
      <pc:sldChg chg="addSp delSp modSp mod">
        <pc:chgData name="Albin Klinaku - AdVision." userId="ce7582b8-f3b5-4aaf-87d8-dcf15cdf685d" providerId="ADAL" clId="{624E55B4-BEF5-4C80-9E29-9E36F3D4C9D0}" dt="2026-09-04T07:19:21.567" v="143" actId="20577"/>
        <pc:sldMkLst>
          <pc:docMk/>
          <pc:sldMk cId="1834067967" sldId="281"/>
        </pc:sldMkLst>
        <pc:spChg chg="mod ord">
          <ac:chgData name="Albin Klinaku - AdVision." userId="ce7582b8-f3b5-4aaf-87d8-dcf15cdf685d" providerId="ADAL" clId="{624E55B4-BEF5-4C80-9E29-9E36F3D4C9D0}" dt="2026-09-04T07:18:48.933" v="123" actId="171"/>
          <ac:spMkLst>
            <pc:docMk/>
            <pc:sldMk cId="1834067967" sldId="281"/>
            <ac:spMk id="6" creationId="{BF0DF0DC-1ADF-BFCA-D435-D917476B10A1}"/>
          </ac:spMkLst>
        </pc:spChg>
        <pc:spChg chg="mod">
          <ac:chgData name="Albin Klinaku - AdVision." userId="ce7582b8-f3b5-4aaf-87d8-dcf15cdf685d" providerId="ADAL" clId="{624E55B4-BEF5-4C80-9E29-9E36F3D4C9D0}" dt="2026-09-04T07:19:21.567" v="143" actId="20577"/>
          <ac:spMkLst>
            <pc:docMk/>
            <pc:sldMk cId="1834067967" sldId="281"/>
            <ac:spMk id="21" creationId="{24D37BDB-DC40-7A5C-FA85-51598DC9E3DF}"/>
          </ac:spMkLst>
        </pc:spChg>
        <pc:picChg chg="add del">
          <ac:chgData name="Albin Klinaku - AdVision." userId="ce7582b8-f3b5-4aaf-87d8-dcf15cdf685d" providerId="ADAL" clId="{624E55B4-BEF5-4C80-9E29-9E36F3D4C9D0}" dt="2026-09-04T07:18:14.124" v="87" actId="22"/>
          <ac:picMkLst>
            <pc:docMk/>
            <pc:sldMk cId="1834067967" sldId="281"/>
            <ac:picMk id="7" creationId="{A1CBED44-6363-9375-CE1E-941639B8EA27}"/>
          </ac:picMkLst>
        </pc:picChg>
      </pc:sldChg>
      <pc:sldChg chg="addSp delSp modSp mod">
        <pc:chgData name="Albin Klinaku - AdVision." userId="ce7582b8-f3b5-4aaf-87d8-dcf15cdf685d" providerId="ADAL" clId="{624E55B4-BEF5-4C80-9E29-9E36F3D4C9D0}" dt="2026-09-04T15:52:00.243" v="657" actId="478"/>
        <pc:sldMkLst>
          <pc:docMk/>
          <pc:sldMk cId="1932164616" sldId="282"/>
        </pc:sldMkLst>
        <pc:picChg chg="add del mod">
          <ac:chgData name="Albin Klinaku - AdVision." userId="ce7582b8-f3b5-4aaf-87d8-dcf15cdf685d" providerId="ADAL" clId="{624E55B4-BEF5-4C80-9E29-9E36F3D4C9D0}" dt="2026-09-04T15:51:57.587" v="656" actId="478"/>
          <ac:picMkLst>
            <pc:docMk/>
            <pc:sldMk cId="1932164616" sldId="282"/>
            <ac:picMk id="6" creationId="{B5CFC8E4-10BE-9439-7943-DFAE9D501003}"/>
          </ac:picMkLst>
        </pc:picChg>
        <pc:picChg chg="add del mod">
          <ac:chgData name="Albin Klinaku - AdVision." userId="ce7582b8-f3b5-4aaf-87d8-dcf15cdf685d" providerId="ADAL" clId="{624E55B4-BEF5-4C80-9E29-9E36F3D4C9D0}" dt="2026-09-04T15:52:00.243" v="657" actId="478"/>
          <ac:picMkLst>
            <pc:docMk/>
            <pc:sldMk cId="1932164616" sldId="282"/>
            <ac:picMk id="9" creationId="{59E29CD2-FE7C-9AE2-D9D0-009F968E6A95}"/>
          </ac:picMkLst>
        </pc:picChg>
      </pc:sldChg>
      <pc:sldChg chg="addSp delSp modSp mod">
        <pc:chgData name="Albin Klinaku - AdVision." userId="ce7582b8-f3b5-4aaf-87d8-dcf15cdf685d" providerId="ADAL" clId="{624E55B4-BEF5-4C80-9E29-9E36F3D4C9D0}" dt="2026-09-04T07:21:45.807" v="150" actId="1076"/>
        <pc:sldMkLst>
          <pc:docMk/>
          <pc:sldMk cId="3117274505" sldId="288"/>
        </pc:sldMkLst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15" creationId="{E008A238-669F-146F-B520-1C1EFF255CFE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16" creationId="{44631928-A08C-01E5-F19D-48F392825BE3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19" creationId="{C2BF7422-ECFD-B41B-3B98-0FD3BBD5BEA0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23" creationId="{9578DA4F-D56B-3F07-913F-58AF08081530}"/>
          </ac:spMkLst>
        </pc:spChg>
        <pc:spChg chg="add 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28" creationId="{CDB72F89-1BD4-8DF3-C888-328831050034}"/>
          </ac:spMkLst>
        </pc:spChg>
        <pc:spChg chg="add 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32" creationId="{2D49DA92-D938-6C30-26D1-29201CA93308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36" creationId="{7C646641-93EF-B9BE-C748-748DAB86FBD0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40" creationId="{C98B2CB6-6F62-1907-204D-32491BEF10D9}"/>
          </ac:spMkLst>
        </pc:spChg>
        <pc:spChg chg="add 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62" creationId="{242EB3BC-8C78-E4B0-CC7E-BDEB98D5E87E}"/>
          </ac:spMkLst>
        </pc:spChg>
        <pc:spChg chg="add 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65" creationId="{1D6AF4BB-36C5-DF27-A90B-DBA4541592A9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68" creationId="{A0A180A7-783E-0B4A-257D-7225844A047F}"/>
          </ac:spMkLst>
        </pc:spChg>
        <pc:spChg chg="add 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71" creationId="{F82F9245-12F7-8B78-6318-E35C7762FB86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73" creationId="{8022FFC3-0585-6BA3-20CB-5AE7604BD349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80" creationId="{1146B19B-E5F7-8D7C-3C56-17AA1B0745FC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82" creationId="{AC9A6082-35E5-6E02-E39B-4597CD70D1CA}"/>
          </ac:spMkLst>
        </pc:spChg>
        <pc:spChg chg="add 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84" creationId="{77BC5697-BA84-2BEB-33DD-500720745991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86" creationId="{0D1A9536-5F1C-3BEA-16E8-061A9097D258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90" creationId="{600568E7-6C17-5B4A-88D0-19B113B69473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93" creationId="{94555AFF-C0CC-BAA9-E239-2B5FF597E223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98" creationId="{91F41BA4-B9A1-4033-3622-39F4AF5D5C54}"/>
          </ac:spMkLst>
        </pc:spChg>
        <pc:spChg chg="add 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99" creationId="{8FCA0E0B-3B27-772B-1430-1C3CB285A2BF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100" creationId="{9D4AB364-90EC-0F08-3890-8A1CC7BEE6C4}"/>
          </ac:spMkLst>
        </pc:spChg>
        <pc:spChg chg="mod">
          <ac:chgData name="Albin Klinaku - AdVision." userId="ce7582b8-f3b5-4aaf-87d8-dcf15cdf685d" providerId="ADAL" clId="{624E55B4-BEF5-4C80-9E29-9E36F3D4C9D0}" dt="2026-09-04T07:21:44.404" v="149" actId="1076"/>
          <ac:spMkLst>
            <pc:docMk/>
            <pc:sldMk cId="3117274505" sldId="288"/>
            <ac:spMk id="105" creationId="{D43A5DDF-5095-DC4B-23E7-D75A58F7A764}"/>
          </ac:spMkLst>
        </pc:spChg>
        <pc:spChg chg="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117" creationId="{59147019-D29B-71C8-086E-41248B330A2A}"/>
          </ac:spMkLst>
        </pc:spChg>
        <pc:spChg chg="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121" creationId="{9F5AE185-6E6D-303E-C364-C684889F1160}"/>
          </ac:spMkLst>
        </pc:spChg>
        <pc:spChg chg="mod">
          <ac:chgData name="Albin Klinaku - AdVision." userId="ce7582b8-f3b5-4aaf-87d8-dcf15cdf685d" providerId="ADAL" clId="{624E55B4-BEF5-4C80-9E29-9E36F3D4C9D0}" dt="2026-09-04T07:21:38.885" v="148"/>
          <ac:spMkLst>
            <pc:docMk/>
            <pc:sldMk cId="3117274505" sldId="288"/>
            <ac:spMk id="128" creationId="{59EB750C-4CDF-E485-6AC9-9DD573DC5D00}"/>
          </ac:spMkLst>
        </pc:spChg>
        <pc:spChg chg="mod">
          <ac:chgData name="Albin Klinaku - AdVision." userId="ce7582b8-f3b5-4aaf-87d8-dcf15cdf685d" providerId="ADAL" clId="{624E55B4-BEF5-4C80-9E29-9E36F3D4C9D0}" dt="2026-09-04T07:21:45.807" v="150" actId="1076"/>
          <ac:spMkLst>
            <pc:docMk/>
            <pc:sldMk cId="3117274505" sldId="288"/>
            <ac:spMk id="135" creationId="{C8792F12-D9DF-CD85-0EBF-3FCAA2EECD40}"/>
          </ac:spMkLst>
        </pc:spChg>
        <pc:picChg chg="del">
          <ac:chgData name="Albin Klinaku - AdVision." userId="ce7582b8-f3b5-4aaf-87d8-dcf15cdf685d" providerId="ADAL" clId="{624E55B4-BEF5-4C80-9E29-9E36F3D4C9D0}" dt="2026-09-04T07:21:38.457" v="147" actId="478"/>
          <ac:picMkLst>
            <pc:docMk/>
            <pc:sldMk cId="3117274505" sldId="288"/>
            <ac:picMk id="5" creationId="{7FE37E33-EF04-4E19-6440-E3238D0C1403}"/>
          </ac:picMkLst>
        </pc:picChg>
      </pc:sldChg>
      <pc:sldChg chg="modSp mod">
        <pc:chgData name="Albin Klinaku - AdVision." userId="ce7582b8-f3b5-4aaf-87d8-dcf15cdf685d" providerId="ADAL" clId="{624E55B4-BEF5-4C80-9E29-9E36F3D4C9D0}" dt="2026-09-04T13:08:13.216" v="655" actId="20577"/>
        <pc:sldMkLst>
          <pc:docMk/>
          <pc:sldMk cId="1028568452" sldId="292"/>
        </pc:sldMkLst>
        <pc:spChg chg="mod">
          <ac:chgData name="Albin Klinaku - AdVision." userId="ce7582b8-f3b5-4aaf-87d8-dcf15cdf685d" providerId="ADAL" clId="{624E55B4-BEF5-4C80-9E29-9E36F3D4C9D0}" dt="2026-09-04T13:08:13.216" v="655" actId="20577"/>
          <ac:spMkLst>
            <pc:docMk/>
            <pc:sldMk cId="1028568452" sldId="292"/>
            <ac:spMk id="30" creationId="{EB552834-6879-777E-135C-D21F76FB7D33}"/>
          </ac:spMkLst>
        </pc:spChg>
      </pc:sldChg>
      <pc:sldChg chg="modSp mod">
        <pc:chgData name="Albin Klinaku - AdVision." userId="ce7582b8-f3b5-4aaf-87d8-dcf15cdf685d" providerId="ADAL" clId="{624E55B4-BEF5-4C80-9E29-9E36F3D4C9D0}" dt="2026-09-04T07:57:25.036" v="367" actId="20577"/>
        <pc:sldMkLst>
          <pc:docMk/>
          <pc:sldMk cId="1717593603" sldId="295"/>
        </pc:sldMkLst>
        <pc:spChg chg="mod">
          <ac:chgData name="Albin Klinaku - AdVision." userId="ce7582b8-f3b5-4aaf-87d8-dcf15cdf685d" providerId="ADAL" clId="{624E55B4-BEF5-4C80-9E29-9E36F3D4C9D0}" dt="2026-09-04T07:57:25.036" v="367" actId="20577"/>
          <ac:spMkLst>
            <pc:docMk/>
            <pc:sldMk cId="1717593603" sldId="295"/>
            <ac:spMk id="17" creationId="{26193FF1-5DC1-C9E9-2401-BC7B302009A9}"/>
          </ac:spMkLst>
        </pc:spChg>
      </pc:sldChg>
      <pc:sldChg chg="addSp delSp mod delAnim">
        <pc:chgData name="Albin Klinaku - AdVision." userId="ce7582b8-f3b5-4aaf-87d8-dcf15cdf685d" providerId="ADAL" clId="{624E55B4-BEF5-4C80-9E29-9E36F3D4C9D0}" dt="2026-09-04T07:56:44.229" v="357" actId="478"/>
        <pc:sldMkLst>
          <pc:docMk/>
          <pc:sldMk cId="2185247515" sldId="296"/>
        </pc:sldMkLst>
        <pc:spChg chg="del">
          <ac:chgData name="Albin Klinaku - AdVision." userId="ce7582b8-f3b5-4aaf-87d8-dcf15cdf685d" providerId="ADAL" clId="{624E55B4-BEF5-4C80-9E29-9E36F3D4C9D0}" dt="2026-09-04T07:56:39.582" v="354" actId="478"/>
          <ac:spMkLst>
            <pc:docMk/>
            <pc:sldMk cId="2185247515" sldId="296"/>
            <ac:spMk id="74" creationId="{5AF31A6A-93C8-20DB-9C91-3BBA02745E4D}"/>
          </ac:spMkLst>
        </pc:spChg>
        <pc:spChg chg="del">
          <ac:chgData name="Albin Klinaku - AdVision." userId="ce7582b8-f3b5-4aaf-87d8-dcf15cdf685d" providerId="ADAL" clId="{624E55B4-BEF5-4C80-9E29-9E36F3D4C9D0}" dt="2026-09-04T07:56:44.229" v="357" actId="478"/>
          <ac:spMkLst>
            <pc:docMk/>
            <pc:sldMk cId="2185247515" sldId="296"/>
            <ac:spMk id="75" creationId="{6B67D8E3-63D6-9ACD-4BBA-67C37FB3EB4F}"/>
          </ac:spMkLst>
        </pc:spChg>
        <pc:picChg chg="add del">
          <ac:chgData name="Albin Klinaku - AdVision." userId="ce7582b8-f3b5-4aaf-87d8-dcf15cdf685d" providerId="ADAL" clId="{624E55B4-BEF5-4C80-9E29-9E36F3D4C9D0}" dt="2026-09-04T07:56:41.467" v="356" actId="478"/>
          <ac:picMkLst>
            <pc:docMk/>
            <pc:sldMk cId="2185247515" sldId="296"/>
            <ac:picMk id="2" creationId="{6010DF1B-CFFF-DAF8-0C7C-B1CEFB33594D}"/>
          </ac:picMkLst>
        </pc:picChg>
      </pc:sldChg>
      <pc:sldChg chg="del">
        <pc:chgData name="Albin Klinaku - AdVision." userId="ce7582b8-f3b5-4aaf-87d8-dcf15cdf685d" providerId="ADAL" clId="{624E55B4-BEF5-4C80-9E29-9E36F3D4C9D0}" dt="2026-09-04T07:44:41.091" v="151" actId="47"/>
        <pc:sldMkLst>
          <pc:docMk/>
          <pc:sldMk cId="677400080" sldId="3131"/>
        </pc:sldMkLst>
      </pc:sldChg>
      <pc:sldChg chg="del">
        <pc:chgData name="Albin Klinaku - AdVision." userId="ce7582b8-f3b5-4aaf-87d8-dcf15cdf685d" providerId="ADAL" clId="{624E55B4-BEF5-4C80-9E29-9E36F3D4C9D0}" dt="2026-09-04T07:44:42.491" v="152" actId="47"/>
        <pc:sldMkLst>
          <pc:docMk/>
          <pc:sldMk cId="1484237872" sldId="3132"/>
        </pc:sldMkLst>
      </pc:sldChg>
      <pc:sldChg chg="addSp delSp modSp mod modAnim">
        <pc:chgData name="Albin Klinaku - AdVision." userId="ce7582b8-f3b5-4aaf-87d8-dcf15cdf685d" providerId="ADAL" clId="{624E55B4-BEF5-4C80-9E29-9E36F3D4C9D0}" dt="2026-09-04T07:46:58.807" v="258" actId="1076"/>
        <pc:sldMkLst>
          <pc:docMk/>
          <pc:sldMk cId="3916912156" sldId="3148"/>
        </pc:sldMkLst>
        <pc:spChg chg="add mod">
          <ac:chgData name="Albin Klinaku - AdVision." userId="ce7582b8-f3b5-4aaf-87d8-dcf15cdf685d" providerId="ADAL" clId="{624E55B4-BEF5-4C80-9E29-9E36F3D4C9D0}" dt="2026-09-04T07:46:58.807" v="258" actId="1076"/>
          <ac:spMkLst>
            <pc:docMk/>
            <pc:sldMk cId="3916912156" sldId="3148"/>
            <ac:spMk id="5" creationId="{BC1153C3-ED09-4DE7-0368-37E33DE3FFF1}"/>
          </ac:spMkLst>
        </pc:spChg>
        <pc:spChg chg="mod">
          <ac:chgData name="Albin Klinaku - AdVision." userId="ce7582b8-f3b5-4aaf-87d8-dcf15cdf685d" providerId="ADAL" clId="{624E55B4-BEF5-4C80-9E29-9E36F3D4C9D0}" dt="2026-09-04T07:46:17.377" v="198" actId="20577"/>
          <ac:spMkLst>
            <pc:docMk/>
            <pc:sldMk cId="3916912156" sldId="3148"/>
            <ac:spMk id="8" creationId="{A688EF8D-C73D-9512-FFC7-205C49F17EAD}"/>
          </ac:spMkLst>
        </pc:spChg>
        <pc:spChg chg="mod">
          <ac:chgData name="Albin Klinaku - AdVision." userId="ce7582b8-f3b5-4aaf-87d8-dcf15cdf685d" providerId="ADAL" clId="{624E55B4-BEF5-4C80-9E29-9E36F3D4C9D0}" dt="2026-09-04T07:46:11.200" v="187" actId="14100"/>
          <ac:spMkLst>
            <pc:docMk/>
            <pc:sldMk cId="3916912156" sldId="3148"/>
            <ac:spMk id="11" creationId="{C835DE92-92D0-9953-CC1D-F36AE49847F8}"/>
          </ac:spMkLst>
        </pc:spChg>
        <pc:spChg chg="mod">
          <ac:chgData name="Albin Klinaku - AdVision." userId="ce7582b8-f3b5-4aaf-87d8-dcf15cdf685d" providerId="ADAL" clId="{624E55B4-BEF5-4C80-9E29-9E36F3D4C9D0}" dt="2026-09-04T07:46:06.372" v="186" actId="14100"/>
          <ac:spMkLst>
            <pc:docMk/>
            <pc:sldMk cId="3916912156" sldId="3148"/>
            <ac:spMk id="12" creationId="{B4AF9EFB-5668-A099-090A-DA930D997BAB}"/>
          </ac:spMkLst>
        </pc:spChg>
        <pc:picChg chg="del">
          <ac:chgData name="Albin Klinaku - AdVision." userId="ce7582b8-f3b5-4aaf-87d8-dcf15cdf685d" providerId="ADAL" clId="{624E55B4-BEF5-4C80-9E29-9E36F3D4C9D0}" dt="2026-09-04T07:45:27.848" v="153" actId="478"/>
          <ac:picMkLst>
            <pc:docMk/>
            <pc:sldMk cId="3916912156" sldId="3148"/>
            <ac:picMk id="10" creationId="{DFAC5D61-ABD8-0FCD-E1E6-46485243AB82}"/>
          </ac:picMkLst>
        </pc:picChg>
      </pc:sldChg>
      <pc:sldChg chg="modSp">
        <pc:chgData name="Albin Klinaku - AdVision." userId="ce7582b8-f3b5-4aaf-87d8-dcf15cdf685d" providerId="ADAL" clId="{624E55B4-BEF5-4C80-9E29-9E36F3D4C9D0}" dt="2026-09-04T07:47:53.162" v="286" actId="20577"/>
        <pc:sldMkLst>
          <pc:docMk/>
          <pc:sldMk cId="439135682" sldId="3152"/>
        </pc:sldMkLst>
        <pc:spChg chg="mod">
          <ac:chgData name="Albin Klinaku - AdVision." userId="ce7582b8-f3b5-4aaf-87d8-dcf15cdf685d" providerId="ADAL" clId="{624E55B4-BEF5-4C80-9E29-9E36F3D4C9D0}" dt="2026-09-04T07:47:53.162" v="286" actId="20577"/>
          <ac:spMkLst>
            <pc:docMk/>
            <pc:sldMk cId="439135682" sldId="3152"/>
            <ac:spMk id="3" creationId="{EDD89771-B07D-E8D6-CBA1-211CF7764089}"/>
          </ac:spMkLst>
        </pc:spChg>
      </pc:sldChg>
      <pc:sldChg chg="modSp mod">
        <pc:chgData name="Albin Klinaku - AdVision." userId="ce7582b8-f3b5-4aaf-87d8-dcf15cdf685d" providerId="ADAL" clId="{624E55B4-BEF5-4C80-9E29-9E36F3D4C9D0}" dt="2026-09-04T08:00:36.954" v="390" actId="20577"/>
        <pc:sldMkLst>
          <pc:docMk/>
          <pc:sldMk cId="2219227043" sldId="3159"/>
        </pc:sldMkLst>
        <pc:spChg chg="mod">
          <ac:chgData name="Albin Klinaku - AdVision." userId="ce7582b8-f3b5-4aaf-87d8-dcf15cdf685d" providerId="ADAL" clId="{624E55B4-BEF5-4C80-9E29-9E36F3D4C9D0}" dt="2026-09-04T08:00:36.954" v="390" actId="20577"/>
          <ac:spMkLst>
            <pc:docMk/>
            <pc:sldMk cId="2219227043" sldId="3159"/>
            <ac:spMk id="4" creationId="{EC2F7ACC-5F33-A202-2FF9-DF449A3256AF}"/>
          </ac:spMkLst>
        </pc:spChg>
      </pc:sldChg>
      <pc:sldChg chg="ord">
        <pc:chgData name="Albin Klinaku - AdVision." userId="ce7582b8-f3b5-4aaf-87d8-dcf15cdf685d" providerId="ADAL" clId="{624E55B4-BEF5-4C80-9E29-9E36F3D4C9D0}" dt="2026-09-04T08:10:51.799" v="424"/>
        <pc:sldMkLst>
          <pc:docMk/>
          <pc:sldMk cId="251042621" sldId="3160"/>
        </pc:sldMkLst>
      </pc:sldChg>
      <pc:sldChg chg="modSp mod">
        <pc:chgData name="Albin Klinaku - AdVision." userId="ce7582b8-f3b5-4aaf-87d8-dcf15cdf685d" providerId="ADAL" clId="{624E55B4-BEF5-4C80-9E29-9E36F3D4C9D0}" dt="2026-09-04T07:51:29.571" v="347" actId="20577"/>
        <pc:sldMkLst>
          <pc:docMk/>
          <pc:sldMk cId="2998657742" sldId="3162"/>
        </pc:sldMkLst>
        <pc:spChg chg="mod">
          <ac:chgData name="Albin Klinaku - AdVision." userId="ce7582b8-f3b5-4aaf-87d8-dcf15cdf685d" providerId="ADAL" clId="{624E55B4-BEF5-4C80-9E29-9E36F3D4C9D0}" dt="2026-09-04T07:51:29.571" v="347" actId="20577"/>
          <ac:spMkLst>
            <pc:docMk/>
            <pc:sldMk cId="2998657742" sldId="3162"/>
            <ac:spMk id="5" creationId="{BEB4667B-927A-1B02-3242-2C2CB24BEEBE}"/>
          </ac:spMkLst>
        </pc:spChg>
      </pc:sldChg>
      <pc:sldChg chg="delSp modSp mod">
        <pc:chgData name="Albin Klinaku - AdVision." userId="ce7582b8-f3b5-4aaf-87d8-dcf15cdf685d" providerId="ADAL" clId="{624E55B4-BEF5-4C80-9E29-9E36F3D4C9D0}" dt="2026-09-04T07:52:00.998" v="353" actId="1076"/>
        <pc:sldMkLst>
          <pc:docMk/>
          <pc:sldMk cId="3346811113" sldId="3169"/>
        </pc:sldMkLst>
        <pc:spChg chg="mod">
          <ac:chgData name="Albin Klinaku - AdVision." userId="ce7582b8-f3b5-4aaf-87d8-dcf15cdf685d" providerId="ADAL" clId="{624E55B4-BEF5-4C80-9E29-9E36F3D4C9D0}" dt="2026-09-04T07:51:57.727" v="352" actId="1076"/>
          <ac:spMkLst>
            <pc:docMk/>
            <pc:sldMk cId="3346811113" sldId="3169"/>
            <ac:spMk id="7" creationId="{1237FA2F-A115-35E6-EF8F-DD7E72CD0262}"/>
          </ac:spMkLst>
        </pc:spChg>
        <pc:spChg chg="del">
          <ac:chgData name="Albin Klinaku - AdVision." userId="ce7582b8-f3b5-4aaf-87d8-dcf15cdf685d" providerId="ADAL" clId="{624E55B4-BEF5-4C80-9E29-9E36F3D4C9D0}" dt="2026-09-04T07:51:50.497" v="349" actId="478"/>
          <ac:spMkLst>
            <pc:docMk/>
            <pc:sldMk cId="3346811113" sldId="3169"/>
            <ac:spMk id="8" creationId="{947D42A2-71EA-D853-997C-5EF6E9A546B5}"/>
          </ac:spMkLst>
        </pc:spChg>
        <pc:spChg chg="mod">
          <ac:chgData name="Albin Klinaku - AdVision." userId="ce7582b8-f3b5-4aaf-87d8-dcf15cdf685d" providerId="ADAL" clId="{624E55B4-BEF5-4C80-9E29-9E36F3D4C9D0}" dt="2026-09-04T07:52:00.998" v="353" actId="1076"/>
          <ac:spMkLst>
            <pc:docMk/>
            <pc:sldMk cId="3346811113" sldId="3169"/>
            <ac:spMk id="10" creationId="{A7F5BD1F-BD3D-CF9C-A174-0E110486EA98}"/>
          </ac:spMkLst>
        </pc:spChg>
        <pc:picChg chg="mod">
          <ac:chgData name="Albin Klinaku - AdVision." userId="ce7582b8-f3b5-4aaf-87d8-dcf15cdf685d" providerId="ADAL" clId="{624E55B4-BEF5-4C80-9E29-9E36F3D4C9D0}" dt="2026-09-04T07:51:53.714" v="351" actId="1076"/>
          <ac:picMkLst>
            <pc:docMk/>
            <pc:sldMk cId="3346811113" sldId="3169"/>
            <ac:picMk id="2" creationId="{3D5A42F1-DC1D-254A-2195-13C883B7228E}"/>
          </ac:picMkLst>
        </pc:picChg>
        <pc:picChg chg="mod">
          <ac:chgData name="Albin Klinaku - AdVision." userId="ce7582b8-f3b5-4aaf-87d8-dcf15cdf685d" providerId="ADAL" clId="{624E55B4-BEF5-4C80-9E29-9E36F3D4C9D0}" dt="2026-09-04T07:52:00.998" v="353" actId="1076"/>
          <ac:picMkLst>
            <pc:docMk/>
            <pc:sldMk cId="3346811113" sldId="3169"/>
            <ac:picMk id="4" creationId="{23D58AAB-7919-40FF-9FCF-83DFDCEC5206}"/>
          </ac:picMkLst>
        </pc:picChg>
        <pc:picChg chg="mod">
          <ac:chgData name="Albin Klinaku - AdVision." userId="ce7582b8-f3b5-4aaf-87d8-dcf15cdf685d" providerId="ADAL" clId="{624E55B4-BEF5-4C80-9E29-9E36F3D4C9D0}" dt="2026-09-04T07:51:57.727" v="352" actId="1076"/>
          <ac:picMkLst>
            <pc:docMk/>
            <pc:sldMk cId="3346811113" sldId="3169"/>
            <ac:picMk id="5" creationId="{EBC023D4-1632-4100-C95C-4A78979932AE}"/>
          </ac:picMkLst>
        </pc:picChg>
        <pc:picChg chg="del">
          <ac:chgData name="Albin Klinaku - AdVision." userId="ce7582b8-f3b5-4aaf-87d8-dcf15cdf685d" providerId="ADAL" clId="{624E55B4-BEF5-4C80-9E29-9E36F3D4C9D0}" dt="2026-09-04T07:51:48.449" v="348" actId="478"/>
          <ac:picMkLst>
            <pc:docMk/>
            <pc:sldMk cId="3346811113" sldId="3169"/>
            <ac:picMk id="6" creationId="{9E4536BA-DECB-41DD-6CEC-28CFFD09970A}"/>
          </ac:picMkLst>
        </pc:picChg>
      </pc:sldChg>
      <pc:sldChg chg="addSp delSp modSp add mod">
        <pc:chgData name="Albin Klinaku - AdVision." userId="ce7582b8-f3b5-4aaf-87d8-dcf15cdf685d" providerId="ADAL" clId="{624E55B4-BEF5-4C80-9E29-9E36F3D4C9D0}" dt="2026-09-04T07:11:46.265" v="73" actId="1076"/>
        <pc:sldMkLst>
          <pc:docMk/>
          <pc:sldMk cId="1069442057" sldId="3175"/>
        </pc:sldMkLst>
        <pc:spChg chg="mod">
          <ac:chgData name="Albin Klinaku - AdVision." userId="ce7582b8-f3b5-4aaf-87d8-dcf15cdf685d" providerId="ADAL" clId="{624E55B4-BEF5-4C80-9E29-9E36F3D4C9D0}" dt="2026-09-04T07:11:46.265" v="73" actId="1076"/>
          <ac:spMkLst>
            <pc:docMk/>
            <pc:sldMk cId="1069442057" sldId="3175"/>
            <ac:spMk id="6" creationId="{33331FC4-BCCB-AC96-5A28-F469893B8FDC}"/>
          </ac:spMkLst>
        </pc:spChg>
        <pc:spChg chg="mod">
          <ac:chgData name="Albin Klinaku - AdVision." userId="ce7582b8-f3b5-4aaf-87d8-dcf15cdf685d" providerId="ADAL" clId="{624E55B4-BEF5-4C80-9E29-9E36F3D4C9D0}" dt="2026-09-04T07:11:11.092" v="44" actId="20577"/>
          <ac:spMkLst>
            <pc:docMk/>
            <pc:sldMk cId="1069442057" sldId="3175"/>
            <ac:spMk id="21" creationId="{95B8DB95-20C2-EB39-2BA5-F477CE6995E5}"/>
          </ac:spMkLst>
        </pc:spChg>
        <pc:picChg chg="add mod">
          <ac:chgData name="Albin Klinaku - AdVision." userId="ce7582b8-f3b5-4aaf-87d8-dcf15cdf685d" providerId="ADAL" clId="{624E55B4-BEF5-4C80-9E29-9E36F3D4C9D0}" dt="2026-09-04T07:10:17.602" v="9" actId="1076"/>
          <ac:picMkLst>
            <pc:docMk/>
            <pc:sldMk cId="1069442057" sldId="3175"/>
            <ac:picMk id="5" creationId="{9153FAC0-0AC4-14CD-E4BE-57403C838D1D}"/>
          </ac:picMkLst>
        </pc:picChg>
        <pc:picChg chg="del">
          <ac:chgData name="Albin Klinaku - AdVision." userId="ce7582b8-f3b5-4aaf-87d8-dcf15cdf685d" providerId="ADAL" clId="{624E55B4-BEF5-4C80-9E29-9E36F3D4C9D0}" dt="2026-09-04T07:10:15.435" v="7" actId="478"/>
          <ac:picMkLst>
            <pc:docMk/>
            <pc:sldMk cId="1069442057" sldId="3175"/>
            <ac:picMk id="9" creationId="{CD974909-B711-6518-8321-631F3A8B0B4D}"/>
          </ac:picMkLst>
        </pc:picChg>
      </pc:sldChg>
      <pc:sldChg chg="delSp modSp add mod">
        <pc:chgData name="Albin Klinaku - AdVision." userId="ce7582b8-f3b5-4aaf-87d8-dcf15cdf685d" providerId="ADAL" clId="{624E55B4-BEF5-4C80-9E29-9E36F3D4C9D0}" dt="2026-09-04T08:10:49.238" v="422"/>
        <pc:sldMkLst>
          <pc:docMk/>
          <pc:sldMk cId="998264063" sldId="3176"/>
        </pc:sldMkLst>
        <pc:spChg chg="mod">
          <ac:chgData name="Albin Klinaku - AdVision." userId="ce7582b8-f3b5-4aaf-87d8-dcf15cdf685d" providerId="ADAL" clId="{624E55B4-BEF5-4C80-9E29-9E36F3D4C9D0}" dt="2026-09-04T08:09:46.042" v="415" actId="20577"/>
          <ac:spMkLst>
            <pc:docMk/>
            <pc:sldMk cId="998264063" sldId="3176"/>
            <ac:spMk id="4" creationId="{930A6023-6779-AD56-FA1F-CA4504097A06}"/>
          </ac:spMkLst>
        </pc:spChg>
        <pc:spChg chg="del mod">
          <ac:chgData name="Albin Klinaku - AdVision." userId="ce7582b8-f3b5-4aaf-87d8-dcf15cdf685d" providerId="ADAL" clId="{624E55B4-BEF5-4C80-9E29-9E36F3D4C9D0}" dt="2026-09-04T08:10:49.238" v="422"/>
          <ac:spMkLst>
            <pc:docMk/>
            <pc:sldMk cId="998264063" sldId="3176"/>
            <ac:spMk id="5" creationId="{451D193B-3B91-74EC-48CD-5EF0E7E050A9}"/>
          </ac:spMkLst>
        </pc:spChg>
        <pc:picChg chg="mod">
          <ac:chgData name="Albin Klinaku - AdVision." userId="ce7582b8-f3b5-4aaf-87d8-dcf15cdf685d" providerId="ADAL" clId="{624E55B4-BEF5-4C80-9E29-9E36F3D4C9D0}" dt="2026-09-04T08:10:48.345" v="420" actId="1035"/>
          <ac:picMkLst>
            <pc:docMk/>
            <pc:sldMk cId="998264063" sldId="3176"/>
            <ac:picMk id="2" creationId="{64DE4631-1A69-A450-9764-E90F11A478A0}"/>
          </ac:picMkLst>
        </pc:picChg>
        <pc:picChg chg="mod">
          <ac:chgData name="Albin Klinaku - AdVision." userId="ce7582b8-f3b5-4aaf-87d8-dcf15cdf685d" providerId="ADAL" clId="{624E55B4-BEF5-4C80-9E29-9E36F3D4C9D0}" dt="2026-09-04T08:10:44.152" v="418" actId="14100"/>
          <ac:picMkLst>
            <pc:docMk/>
            <pc:sldMk cId="998264063" sldId="3176"/>
            <ac:picMk id="6" creationId="{AEA45F66-8290-DD37-A54A-9EC6451E6624}"/>
          </ac:picMkLst>
        </pc:picChg>
        <pc:picChg chg="mod">
          <ac:chgData name="Albin Klinaku - AdVision." userId="ce7582b8-f3b5-4aaf-87d8-dcf15cdf685d" providerId="ADAL" clId="{624E55B4-BEF5-4C80-9E29-9E36F3D4C9D0}" dt="2026-09-04T08:10:03.498" v="416" actId="14826"/>
          <ac:picMkLst>
            <pc:docMk/>
            <pc:sldMk cId="998264063" sldId="3176"/>
            <ac:picMk id="8" creationId="{40D9D512-1333-FA4D-ECCA-08DDAF17CD9D}"/>
          </ac:picMkLst>
        </pc:picChg>
      </pc:sldChg>
      <pc:sldChg chg="addSp delSp modSp add mod ord">
        <pc:chgData name="Albin Klinaku - AdVision." userId="ce7582b8-f3b5-4aaf-87d8-dcf15cdf685d" providerId="ADAL" clId="{624E55B4-BEF5-4C80-9E29-9E36F3D4C9D0}" dt="2026-09-04T08:32:31.536" v="500" actId="20577"/>
        <pc:sldMkLst>
          <pc:docMk/>
          <pc:sldMk cId="564566266" sldId="3177"/>
        </pc:sldMkLst>
        <pc:spChg chg="del">
          <ac:chgData name="Albin Klinaku - AdVision." userId="ce7582b8-f3b5-4aaf-87d8-dcf15cdf685d" providerId="ADAL" clId="{624E55B4-BEF5-4C80-9E29-9E36F3D4C9D0}" dt="2026-09-04T08:30:13.686" v="446" actId="478"/>
          <ac:spMkLst>
            <pc:docMk/>
            <pc:sldMk cId="564566266" sldId="3177"/>
            <ac:spMk id="6" creationId="{A3465230-3CB3-0711-086D-848C3A064309}"/>
          </ac:spMkLst>
        </pc:spChg>
        <pc:spChg chg="add mod">
          <ac:chgData name="Albin Klinaku - AdVision." userId="ce7582b8-f3b5-4aaf-87d8-dcf15cdf685d" providerId="ADAL" clId="{624E55B4-BEF5-4C80-9E29-9E36F3D4C9D0}" dt="2026-09-04T08:32:31.536" v="500" actId="20577"/>
          <ac:spMkLst>
            <pc:docMk/>
            <pc:sldMk cId="564566266" sldId="3177"/>
            <ac:spMk id="7" creationId="{16A21CA1-02BE-5819-3D1B-1C32609902B6}"/>
          </ac:spMkLst>
        </pc:spChg>
        <pc:graphicFrameChg chg="add mod modGraphic">
          <ac:chgData name="Albin Klinaku - AdVision." userId="ce7582b8-f3b5-4aaf-87d8-dcf15cdf685d" providerId="ADAL" clId="{624E55B4-BEF5-4C80-9E29-9E36F3D4C9D0}" dt="2026-09-04T08:31:30.735" v="486" actId="20577"/>
          <ac:graphicFrameMkLst>
            <pc:docMk/>
            <pc:sldMk cId="564566266" sldId="3177"/>
            <ac:graphicFrameMk id="4" creationId="{6736814A-CC75-EB4F-6D09-8526CE874934}"/>
          </ac:graphicFrameMkLst>
        </pc:graphicFrameChg>
      </pc:sldChg>
      <pc:sldChg chg="new del">
        <pc:chgData name="Albin Klinaku - AdVision." userId="ce7582b8-f3b5-4aaf-87d8-dcf15cdf685d" providerId="ADAL" clId="{624E55B4-BEF5-4C80-9E29-9E36F3D4C9D0}" dt="2026-09-04T08:30:03.864" v="442" actId="680"/>
        <pc:sldMkLst>
          <pc:docMk/>
          <pc:sldMk cId="1027610168" sldId="3177"/>
        </pc:sldMkLst>
      </pc:sldChg>
      <pc:sldMasterChg chg="delSldLayout">
        <pc:chgData name="Albin Klinaku - AdVision." userId="ce7582b8-f3b5-4aaf-87d8-dcf15cdf685d" providerId="ADAL" clId="{624E55B4-BEF5-4C80-9E29-9E36F3D4C9D0}" dt="2026-09-04T07:44:41.091" v="151" actId="47"/>
        <pc:sldMasterMkLst>
          <pc:docMk/>
          <pc:sldMasterMk cId="2209977519" sldId="2147483648"/>
        </pc:sldMasterMkLst>
        <pc:sldLayoutChg chg="del">
          <pc:chgData name="Albin Klinaku - AdVision." userId="ce7582b8-f3b5-4aaf-87d8-dcf15cdf685d" providerId="ADAL" clId="{624E55B4-BEF5-4C80-9E29-9E36F3D4C9D0}" dt="2026-09-04T07:44:41.091" v="151" actId="47"/>
          <pc:sldLayoutMkLst>
            <pc:docMk/>
            <pc:sldMasterMk cId="2209977519" sldId="2147483648"/>
            <pc:sldLayoutMk cId="451040450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619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74948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89652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BD567-27EB-E6D2-6349-12A30F3D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70AE483-A609-91FA-362F-E9D6D62AF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08C2BA1-75B8-0CCF-F1CE-6B4D05BEA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7492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4005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EC15D-25E4-65E5-C713-446E8A805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E8AC81-1C24-9445-EB91-4CC3E48D9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0947FF-0360-3202-3B73-AB49496863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9125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43CD4-1BF8-E2BB-1122-4234E2E2C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373357-1CC0-D531-1367-0EE608CDB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6FC56B-3F9C-7988-88F8-86A44446F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1227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B605E-7849-44B0-3532-7545B2583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FDCEDB-08D2-0B64-CCE5-89E655477F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DB052A-0BF3-8464-35BC-1622CAFA00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97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8AE5B-B01C-4C51-13C4-3BEABAFD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DA1252-54FD-EA40-E6D0-615F51E04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BB4456-6C90-82FB-B87E-9EA95D0EC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1535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A6698-249E-567A-F23C-71D8C557D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45E1C-7BDC-1152-06CB-75CC07E3B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E2EAA-07DD-E322-8892-21CD23CAD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438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132D1-ED1B-B6E6-413C-4E737654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109551-A2CE-4237-D051-7DCAD46CD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E88F8-DC58-86D4-077A-FB65175682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873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99782-8286-CC84-5307-8B832246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866D9-5B9C-EA88-F206-F9C6608AA2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C4FA4A-C1C4-BE21-3367-6D12DA300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0818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48AA7-E21D-6BE7-7BC7-DC7A81FAD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A0787-116D-BFF6-40ED-6F2592FD7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E0E24D-9478-0F1F-13CA-E31499C79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9811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3818F-04C0-753D-B612-5CA4AE1AC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386D4A-E696-68F7-F548-241849ECF0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B3404-5820-794F-46E6-252AA5C4E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5309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31BA5-D0B4-A0CF-F01F-88E47BFE4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D424B4-BD11-ED5E-B700-AEE74BF08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272EF-54E9-402C-E0E8-6D4471134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2182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B4D43-82CD-C81D-4992-C0676E3BE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B0B35B-1995-C465-4095-E0552533E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BCC44-5956-6706-F770-A951236FC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000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57E6F-D5D9-54D0-CC82-D134C38C9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20ACF-5A5A-CA45-052E-84B7E03C24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B5D29-DC04-4015-8759-F0CDA538D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6527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FA85-2591-6219-CA69-2F62B2BEA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939B54-DE71-689E-B763-C37B2FB91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17AA78-52DD-4B59-7CF1-AE1451F358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5887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1FCD5-35C2-D22F-8F1F-9A2CDBB6B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52E18-AC05-97CF-83FC-949E2C7162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54977F-7191-2750-4C6E-4739E2B58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1096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85D65-B5D2-F82E-64DA-A89227C8D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35572-4707-9EA0-C59E-626FC71953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B2FA0-B91D-4E61-AFBC-C8A45C0FB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9851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C97D4-3CBA-7AD8-255D-7E76C57C0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EFF47-06D4-F9E8-919E-10227DDC7F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005549-3705-C302-DA90-31A56786B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7907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12429-5C4C-CE0D-C4AD-C2655EA46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6A0A47-897E-EACB-1AC6-43034F8AD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4B539-039B-0972-F7C6-A878CE23F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0298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4F274-4D51-8837-32F4-5F119726D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4F90B-ABEC-402E-BC2B-C4B667F49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917B3A-78FE-F62F-E079-51256124A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2771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ED959C-69AA-4245-9E06-AF7B3965C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CB83A-B6CC-6BEE-C72B-728E5B2D6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EBE96-0E7E-0FA5-62DA-F7CFDBA75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55696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24010-8208-F3DB-96E6-03FED6444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20342-8082-27BB-7ECD-934E06EE8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024169-C0B1-45B4-9613-642B09F9F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1385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5AA49-F1BC-491D-D142-48DE3E27E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CA457B-C85F-9865-B87F-2CBA73E2E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7E3ADC-E9D4-0077-A3DE-6057A82A8A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4154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E1F5C-AD22-E07F-A3FC-D1E338112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BE02C-9EA3-CEA5-747D-A111FDBDC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320190-60E5-CA01-98D2-CD8DC2D869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3970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A1CD9-75A0-2DA7-60D4-CCF265E8C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F398B5-51DA-2A42-B729-912199D4B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9995B5-F711-F9D0-F343-F8498F1667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4582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1530-FC97-872F-F377-B33A91BBC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A8B515-418F-CA63-2F7C-41D2DD7B0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6E6BC7-254F-352D-36BE-741325915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4757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D6B2D-BC46-89E5-4073-9474E4A8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5C9F31-57BD-A68A-0B03-182F0F91B4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0B352-CBEE-E643-E02D-68B814469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5646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65D0-866D-1035-1F20-0059DF585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025EF9-3E19-B95D-DF80-92B8C94FEB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68FBC-0B26-C299-84F1-050B80BCC7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3023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B17CA-B77A-EC77-BA11-9030BE315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5AEAE6-4163-C15A-CB1B-718737664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0C1DFF-C26E-3325-E186-ABE638DF0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94776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93B24-E16E-5E91-437D-E3AE21213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482288-93D5-1D9D-0030-74A95075F0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3555F-34CE-5192-27CB-6003A2D194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0214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7535-13EC-5724-5C36-7E4641C52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B7049-F443-FA14-20E6-D12BC1710F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EC5E31-5F07-A7C0-B504-95AE10AA9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5001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DED5F-1E46-9368-9062-B82189AE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DCB8A-8BA1-4AF6-9773-6136AE7B17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8B8AC-4DA3-EB3B-A478-C2CCBDE198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29536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6986C-C6F1-14E2-B09A-DE9DF5585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60901-C417-6759-914E-B73FFA1A1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9D0D9-8244-C8C9-AAA8-24FCD76C9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9782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D201D-F502-A656-7E02-7EF6B7A26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19D356-D77E-7366-BEE3-1EA338C33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6EBC98-6339-B67B-F1E7-6E32BFBA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45920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EE336-7984-DBA7-21AB-B371484B6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4B386-667A-EAB9-8564-28D0F64571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75D306-B3EB-E893-933A-9B976AE14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28882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7F014-BE5F-351C-CAA4-B5278997E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13CBE-BFF4-1AEF-7BC5-8E1A6DD950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A290A-E2A0-7D2F-9AE0-2F8B71B58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75922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8912-FFE7-72DA-8B45-089793B45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FB1BF5-686C-99D8-3373-EC792B2415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049A26-60CE-92FC-1BF6-0FACFF6294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906632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7F00A-96FB-C45E-90C2-FC66B976B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FCB277-57F8-DB40-0DC0-DA408529B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7960E1-B724-2462-B3CA-A0B138B23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1412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C2FF4-A920-042B-3513-F9787AF0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410B35-D105-3CBF-3D2E-6229AE8EB0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99D865-40CE-36C1-30E1-2F501DBDF7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9146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717C0-CE1B-E488-B5B5-92CF64C54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8DCF96-9BA7-44EA-94B2-ADA510F4D1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176DB5-7742-F29F-BC30-A69C5E3239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104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E1922-73C5-C830-2D18-44069EAD0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5E71B1-1B4E-3EDB-9F9B-129ABB9C9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3585E8-D1A9-F407-22D1-3C45D7254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5777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27EE5-6275-EC70-BDDD-3A1A4FD8A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57EBEE-1E51-9537-6066-79F848980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769EF-0408-057E-2CC6-2A6E6CE50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89171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C3C66-4BAC-CA4D-FD7E-19F488AD5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B408F-8AB6-290F-E4EB-D74907E74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9CB1A-BA72-9978-866F-EDDCB1EF1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238242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280F-A4F9-FAB1-6DEF-AB01D958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58B4C-8141-D266-BE82-C4E6312B12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5D625-0193-3C4E-9302-AB5805C22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99109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373F7-7C65-EB85-7C34-37FB98F70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5FE46-1E4B-E0DF-F0F5-62F5021A6C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904A5B-8268-1E88-9081-55A065A1F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0689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0C736-2211-5678-41CF-BD894D4C5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4EDF3C-617C-5B67-C933-44A3E6A575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3C1C3-5E5E-9FFE-E198-6D400B357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474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3F628-9BCC-9350-19EA-5620FDA23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F54F3-88C5-29E2-AD2C-6046B75F4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A68986-B440-838C-6F8F-E3D1136E9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58821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E6773-D0D7-21F0-3818-B9CDAE162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6DC19-2448-134F-F17A-B09B9FA0B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C0C445-F002-CA38-BBA3-71E6C7502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55275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9684-09C0-3ACC-2C09-A5CD8724A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1B946A-6321-96F9-B3E9-E208B6A7B0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0910C9-2A96-D1A9-95D2-56EFA858F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27440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A2D3C-5F0B-1B67-1181-F8F9E475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77DAD-18D5-4CBA-A58F-CC2B49654A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38245-F120-7311-4D94-F4694B7B1F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21352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E5E81-B138-F1E7-FD33-FC499747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550AF6-B85A-21BA-D5DF-DBC615AC69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E42308-288F-9396-F0B2-736B7B42F4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10979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AD9E-4551-E393-D966-6A7ED0E8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6B004C-1EA8-05B2-A1DA-DE5B1F65D3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CD585D-8615-4F79-61F8-70A9C86B65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11437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A72AA-F592-E956-05F9-E04E8C794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717E05-26CE-07B7-664A-54F48968A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C8F2E3-9048-C173-04AE-1373DD02F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35974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8A569-3FA0-6DA7-4BA0-544193EE2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14014-DFE9-C26B-9CEE-030FC8F513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12781-C194-5C63-BF06-497569229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74594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AB277-E64B-FFFF-E305-D77A321D7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33607-E6CB-CEDE-30EE-161A08AEB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73788-9DF0-C353-1729-A8EC6C290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26643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000E9-23B6-7C1C-E2CC-C5B689B78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789EF2-7C59-8C46-3895-D2E05B11E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9CB165-81C7-E8F8-98D1-AAEA810C0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985970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08CB5-84CA-5ED8-F79F-346E48720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E39DF6-21B7-3CAA-623F-DCF5FDB57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C6B769-8D79-5C66-6B7B-25354F718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61580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FE780-76BD-E2F4-BDF5-37E8493A8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468904-BD29-B4EB-BB4D-A26445C10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C2AE4-3F48-430E-D037-53384B3CE4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029532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Wrap up. Discord https://</a:t>
            </a:r>
            <a:r>
              <a:rPr dirty="0" err="1"/>
              <a:t>aka.ms</a:t>
            </a:r>
            <a:r>
              <a:rPr dirty="0"/>
              <a:t>/M365EMSDiscord and https://</a:t>
            </a:r>
            <a:r>
              <a:rPr dirty="0" err="1"/>
              <a:t>www.msems.community</a:t>
            </a:r>
            <a:r>
              <a:rPr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rts.socradar.com/pdfs/2025-08-11/03834903-9924-4096-a07a-45f05b04cd10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gif"/><Relationship Id="rId5" Type="http://schemas.openxmlformats.org/officeDocument/2006/relationships/image" Target="../media/image2.png"/><Relationship Id="rId4" Type="http://schemas.openxmlformats.org/officeDocument/2006/relationships/hyperlink" Target="https://www.enisa.europa.eu/news/ransomware-publicly-reported-incidents-are-only-the-tip-of-the-iceber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emf"/><Relationship Id="rId18" Type="http://schemas.openxmlformats.org/officeDocument/2006/relationships/image" Target="../media/image26.emf"/><Relationship Id="rId26" Type="http://schemas.openxmlformats.org/officeDocument/2006/relationships/image" Target="../media/image33.emf"/><Relationship Id="rId3" Type="http://schemas.openxmlformats.org/officeDocument/2006/relationships/image" Target="../media/image6.png"/><Relationship Id="rId21" Type="http://schemas.openxmlformats.org/officeDocument/2006/relationships/image" Target="../media/image29.emf"/><Relationship Id="rId34" Type="http://schemas.openxmlformats.org/officeDocument/2006/relationships/image" Target="../media/image40.emf"/><Relationship Id="rId7" Type="http://schemas.openxmlformats.org/officeDocument/2006/relationships/hyperlink" Target="https://go.microsoft.com/fwlink/p/?linkid=2134538" TargetMode="External"/><Relationship Id="rId12" Type="http://schemas.openxmlformats.org/officeDocument/2006/relationships/image" Target="../media/image21.emf"/><Relationship Id="rId17" Type="http://schemas.openxmlformats.org/officeDocument/2006/relationships/image" Target="../media/image25.emf"/><Relationship Id="rId25" Type="http://schemas.openxmlformats.org/officeDocument/2006/relationships/hyperlink" Target="https://docs.microsoft.com/microsoft-365/compliance/insider-risk-management" TargetMode="External"/><Relationship Id="rId33" Type="http://schemas.openxmlformats.org/officeDocument/2006/relationships/image" Target="../media/image39.emf"/><Relationship Id="rId2" Type="http://schemas.openxmlformats.org/officeDocument/2006/relationships/notesSlide" Target="../notesSlides/notesSlide12.xml"/><Relationship Id="rId16" Type="http://schemas.openxmlformats.org/officeDocument/2006/relationships/hyperlink" Target="https://docs.microsoft.com/cloud-app-security/what-is-cloud-app-security" TargetMode="External"/><Relationship Id="rId20" Type="http://schemas.openxmlformats.org/officeDocument/2006/relationships/image" Target="../media/image28.emf"/><Relationship Id="rId29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docs.microsoft.com/windows/security/threat-protection/windows-defender-atp/windows-defender-advanced-threat-protection" TargetMode="External"/><Relationship Id="rId11" Type="http://schemas.openxmlformats.org/officeDocument/2006/relationships/hyperlink" Target="https://docs.microsoft.com/azure/active-directory/active-directory-identityprotection" TargetMode="External"/><Relationship Id="rId24" Type="http://schemas.openxmlformats.org/officeDocument/2006/relationships/image" Target="../media/image32.emf"/><Relationship Id="rId32" Type="http://schemas.openxmlformats.org/officeDocument/2006/relationships/image" Target="../media/image38.emf"/><Relationship Id="rId5" Type="http://schemas.openxmlformats.org/officeDocument/2006/relationships/hyperlink" Target="https://docs.microsoft.com/microsoft-365/security/office-365-security/office-365-atp" TargetMode="External"/><Relationship Id="rId15" Type="http://schemas.openxmlformats.org/officeDocument/2006/relationships/image" Target="../media/image24.emf"/><Relationship Id="rId23" Type="http://schemas.openxmlformats.org/officeDocument/2006/relationships/image" Target="../media/image31.emf"/><Relationship Id="rId28" Type="http://schemas.openxmlformats.org/officeDocument/2006/relationships/image" Target="../media/image35.emf"/><Relationship Id="rId10" Type="http://schemas.openxmlformats.org/officeDocument/2006/relationships/image" Target="../media/image20.emf"/><Relationship Id="rId19" Type="http://schemas.openxmlformats.org/officeDocument/2006/relationships/image" Target="../media/image27.emf"/><Relationship Id="rId31" Type="http://schemas.openxmlformats.org/officeDocument/2006/relationships/image" Target="../media/image37.svg"/><Relationship Id="rId4" Type="http://schemas.openxmlformats.org/officeDocument/2006/relationships/image" Target="../media/image2.png"/><Relationship Id="rId9" Type="http://schemas.openxmlformats.org/officeDocument/2006/relationships/image" Target="../media/image19.emf"/><Relationship Id="rId14" Type="http://schemas.openxmlformats.org/officeDocument/2006/relationships/image" Target="../media/image23.emf"/><Relationship Id="rId22" Type="http://schemas.openxmlformats.org/officeDocument/2006/relationships/image" Target="../media/image30.emf"/><Relationship Id="rId27" Type="http://schemas.openxmlformats.org/officeDocument/2006/relationships/image" Target="../media/image34.emf"/><Relationship Id="rId30" Type="http://schemas.openxmlformats.org/officeDocument/2006/relationships/hyperlink" Target="https://docs.microsoft.com/azure/security-center/azure-defender" TargetMode="External"/><Relationship Id="rId35" Type="http://schemas.openxmlformats.org/officeDocument/2006/relationships/hyperlink" Target="https://aka.ms/AzureSentinel" TargetMode="External"/><Relationship Id="rId8" Type="http://schemas.openxmlformats.org/officeDocument/2006/relationships/image" Target="../media/image18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2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png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5.png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0.pn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8.pn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jpe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jpe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pn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pn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7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gif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74.jpe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jpe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6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8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5.jpeg"/><Relationship Id="rId4" Type="http://schemas.openxmlformats.org/officeDocument/2006/relationships/image" Target="../media/image2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2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02920"/>
            <a:ext cx="566928" cy="5669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5024" y="54864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9659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 spc="500">
                <a:solidFill>
                  <a:srgbClr val="22D3EE"/>
                </a:solidFill>
                <a:latin typeface="Consolas"/>
              </a:rPr>
              <a:t>WELCOME 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972800" cy="23391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8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M</a:t>
            </a:r>
            <a:r>
              <a:rPr lang="en-US" sz="8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 Common Mistakes from the field</a:t>
            </a:r>
            <a:endParaRPr lang="en-US" sz="1200" dirty="0"/>
          </a:p>
        </p:txBody>
      </p:sp>
      <p:sp>
        <p:nvSpPr>
          <p:cNvPr id="8" name="Rounded Rectangle 7"/>
          <p:cNvSpPr/>
          <p:nvPr/>
        </p:nvSpPr>
        <p:spPr>
          <a:xfrm>
            <a:off x="603504" y="5029200"/>
            <a:ext cx="27432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6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" y="5139484"/>
            <a:ext cx="27432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300" b="1" spc="100" dirty="0">
                <a:solidFill>
                  <a:srgbClr val="F5F2FC"/>
                </a:solidFill>
                <a:latin typeface="Consolas"/>
              </a:rPr>
              <a:t>FRI · 04.09.2026</a:t>
            </a:r>
            <a:endParaRPr sz="1300" b="1" i="0" spc="100" dirty="0">
              <a:solidFill>
                <a:srgbClr val="F5F2FC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5304" y="5150078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1400" dirty="0">
                <a:solidFill>
                  <a:srgbClr val="B6AED2"/>
                </a:solidFill>
                <a:latin typeface="Segoe UI"/>
                <a:cs typeface="Segoe UI"/>
              </a:rPr>
              <a:t>  Defender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3504" y="5989320"/>
            <a:ext cx="1005840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300" dirty="0">
                <a:solidFill>
                  <a:srgbClr val="8B83A8"/>
                </a:solidFill>
                <a:latin typeface="Segoe UI"/>
              </a:rPr>
              <a:t>Talk by Albin Klinaku, AdVision.</a:t>
            </a:r>
            <a:endParaRPr lang="en-US" sz="1300" i="0" dirty="0">
              <a:solidFill>
                <a:srgbClr val="8B83A8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cont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 spc="260" dirty="0">
                <a:solidFill>
                  <a:srgbClr val="22D3EE"/>
                </a:solidFill>
                <a:latin typeface="Consolas"/>
              </a:rPr>
              <a:t>TODAY'S </a:t>
            </a:r>
            <a:r>
              <a:rPr lang="en-US" sz="1250" b="1" spc="260">
                <a:solidFill>
                  <a:srgbClr val="22D3EE"/>
                </a:solidFill>
                <a:latin typeface="Consolas"/>
              </a:rPr>
              <a:t>SPEAKER</a:t>
            </a:r>
            <a:endParaRPr sz="1250" b="1" i="0" spc="260">
              <a:solidFill>
                <a:srgbClr val="22D3EE"/>
              </a:solidFill>
              <a:latin typeface="Consolas"/>
            </a:endParaRPr>
          </a:p>
        </p:txBody>
      </p:sp>
      <p:sp>
        <p:nvSpPr>
          <p:cNvPr id="4" name="Oval 3"/>
          <p:cNvSpPr/>
          <p:nvPr/>
        </p:nvSpPr>
        <p:spPr>
          <a:xfrm>
            <a:off x="8415223" y="1444752"/>
            <a:ext cx="3282696" cy="3282696"/>
          </a:xfrm>
          <a:prstGeom prst="ellipse">
            <a:avLst/>
          </a:prstGeom>
          <a:gradFill rotWithShape="1">
            <a:gsLst>
              <a:gs pos="0">
                <a:srgbClr val="FF2E88"/>
              </a:gs>
              <a:gs pos="52000">
                <a:srgbClr val="7C3AED"/>
              </a:gs>
              <a:gs pos="100000">
                <a:srgbClr val="06B6D4"/>
              </a:gs>
            </a:gsLst>
            <a:lin ang="27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603504" y="1371600"/>
            <a:ext cx="66751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de-CH" sz="4400" b="1" dirty="0">
                <a:solidFill>
                  <a:srgbClr val="F5F2FC"/>
                </a:solidFill>
                <a:latin typeface="Segoe UI Semibold"/>
              </a:rPr>
              <a:t>A</a:t>
            </a:r>
            <a:r>
              <a:rPr lang="en-US" sz="4400" b="1" dirty="0" err="1">
                <a:solidFill>
                  <a:srgbClr val="F5F2FC"/>
                </a:solidFill>
                <a:latin typeface="Segoe UI Semibold"/>
              </a:rPr>
              <a:t>lbin</a:t>
            </a:r>
            <a:r>
              <a:rPr lang="en-US" sz="4400" b="1" dirty="0">
                <a:solidFill>
                  <a:srgbClr val="F5F2FC"/>
                </a:solidFill>
                <a:latin typeface="Segoe UI Semibold"/>
              </a:rPr>
              <a:t> Klinaku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12740" y="2240280"/>
            <a:ext cx="6583680" cy="2385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CH" sz="1550" b="1" dirty="0">
                <a:solidFill>
                  <a:srgbClr val="22D3EE"/>
                </a:solidFill>
                <a:latin typeface="Segoe UI"/>
              </a:rPr>
              <a:t>F</a:t>
            </a:r>
            <a:r>
              <a:rPr lang="en-US" sz="1550" b="1" dirty="0" err="1">
                <a:solidFill>
                  <a:srgbClr val="22D3EE"/>
                </a:solidFill>
                <a:latin typeface="Segoe UI"/>
              </a:rPr>
              <a:t>ounder</a:t>
            </a:r>
            <a:r>
              <a:rPr lang="en-US" sz="1550" b="1" dirty="0">
                <a:solidFill>
                  <a:srgbClr val="22D3EE"/>
                </a:solidFill>
                <a:latin typeface="Segoe UI"/>
              </a:rPr>
              <a:t>, Tech Lead @ AdVision Swiss AG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3504" y="2880360"/>
            <a:ext cx="6400800" cy="5722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br>
              <a:rPr lang="en-US" sz="1650" i="1" dirty="0">
                <a:solidFill>
                  <a:srgbClr val="B6AED2"/>
                </a:solidFill>
                <a:latin typeface="Segoe UI"/>
              </a:rPr>
            </a:br>
            <a:endParaRPr lang="en-US" sz="1650" i="1" dirty="0">
              <a:solidFill>
                <a:srgbClr val="B6AED2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03504" y="4526280"/>
            <a:ext cx="1485900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400" dirty="0"/>
              <a:t>in/albinklinaku/</a:t>
            </a:r>
            <a:endParaRPr sz="1400" dirty="0"/>
          </a:p>
        </p:txBody>
      </p:sp>
      <p:sp>
        <p:nvSpPr>
          <p:cNvPr id="12" name="Rounded Rectangle 11"/>
          <p:cNvSpPr/>
          <p:nvPr/>
        </p:nvSpPr>
        <p:spPr>
          <a:xfrm>
            <a:off x="2290572" y="4526280"/>
            <a:ext cx="2157984" cy="420624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sz="1600" dirty="0"/>
              <a:t>indefent.com</a:t>
            </a:r>
            <a:endParaRPr sz="1600" dirty="0"/>
          </a:p>
        </p:txBody>
      </p:sp>
      <p:sp>
        <p:nvSpPr>
          <p:cNvPr id="17" name="TextBox 16"/>
          <p:cNvSpPr txBox="1"/>
          <p:nvPr/>
        </p:nvSpPr>
        <p:spPr>
          <a:xfrm>
            <a:off x="603504" y="5943600"/>
            <a:ext cx="658368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0">
                <a:solidFill>
                  <a:srgbClr val="8B83A8"/>
                </a:solidFill>
                <a:latin typeface="Segoe UI"/>
              </a:rPr>
              <a:t>Hosted by Microsoft </a:t>
            </a:r>
            <a:r>
              <a:rPr lang="en-US" sz="1250">
                <a:solidFill>
                  <a:srgbClr val="8B83A8"/>
                </a:solidFill>
                <a:latin typeface="Segoe UI"/>
              </a:rPr>
              <a:t>EMS Discord Staff Team</a:t>
            </a:r>
            <a:endParaRPr sz="1250" b="0" i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18" name="Picture 1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en-US" sz="950" b="1" dirty="0">
                <a:solidFill>
                  <a:srgbClr val="8B83A8"/>
                </a:solidFill>
                <a:latin typeface="Segoe UI"/>
              </a:rPr>
              <a:t>Microsoft</a:t>
            </a:r>
            <a:r>
              <a:rPr sz="950" b="1" i="0" dirty="0">
                <a:solidFill>
                  <a:srgbClr val="8B83A8"/>
                </a:solidFill>
                <a:latin typeface="Segoe UI"/>
              </a:rPr>
              <a:t>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>
                <a:solidFill>
                  <a:srgbClr val="8B83A8"/>
                </a:solidFill>
                <a:latin typeface="Segoe UI"/>
              </a:rPr>
              <a:t>September 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0E026-506A-5DF1-4DC9-7F31FA8FD31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97424" y="1435607"/>
            <a:ext cx="3300495" cy="3300495"/>
          </a:xfrm>
          <a:prstGeom prst="ellipse">
            <a:avLst/>
          </a:prstGeom>
        </p:spPr>
      </p:pic>
      <p:pic>
        <p:nvPicPr>
          <p:cNvPr id="6" name="Picture 5" descr="mvp-bad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6631" y="3566160"/>
            <a:ext cx="1097280" cy="1097280"/>
          </a:xfrm>
          <a:prstGeom prst="rect">
            <a:avLst/>
          </a:prstGeom>
          <a:effectLst>
            <a:outerShdw blurRad="91440" dist="54864" dir="5400000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A52E8-4599-A7BC-F257-40C4E17F7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7D512C7C-9A75-455D-2D0D-09BEFCCE3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98A8480-34D5-752F-902A-E7C0BF161FDB}"/>
              </a:ext>
            </a:extLst>
          </p:cNvPr>
          <p:cNvSpPr txBox="1"/>
          <p:nvPr/>
        </p:nvSpPr>
        <p:spPr>
          <a:xfrm>
            <a:off x="603504" y="703752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62A8C0D-EF89-5650-001C-9A6263064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DECD72-7FE8-6601-C953-9236B78A4280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773858-2FF5-DD28-678F-246401B95A45}"/>
              </a:ext>
            </a:extLst>
          </p:cNvPr>
          <p:cNvSpPr txBox="1"/>
          <p:nvPr/>
        </p:nvSpPr>
        <p:spPr>
          <a:xfrm>
            <a:off x="566928" y="2346222"/>
            <a:ext cx="10972800" cy="964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6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Cyberattacks</a:t>
            </a:r>
            <a: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WTF!?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50885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5F1D0-3877-E4DC-EBF0-CEB4EA117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A6AF1B9-760F-A310-6BE7-EDD7F49D7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61CDB61-4EFC-0750-7F61-100A387A4EE7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B8DB95-20C2-EB39-2BA5-F477CE6995E5}"/>
              </a:ext>
            </a:extLst>
          </p:cNvPr>
          <p:cNvSpPr txBox="1"/>
          <p:nvPr/>
        </p:nvSpPr>
        <p:spPr>
          <a:xfrm>
            <a:off x="603504" y="5897880"/>
            <a:ext cx="1098468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CH" sz="1300" i="1" dirty="0">
                <a:solidFill>
                  <a:srgbClr val="B6AED2"/>
                </a:solidFill>
                <a:latin typeface="Segoe UI"/>
              </a:rPr>
              <a:t>S</a:t>
            </a:r>
            <a:r>
              <a:rPr lang="en-US" sz="1300" i="1" dirty="0" err="1">
                <a:solidFill>
                  <a:srgbClr val="B6AED2"/>
                </a:solidFill>
                <a:latin typeface="Segoe UI"/>
              </a:rPr>
              <a:t>ource</a:t>
            </a:r>
            <a:r>
              <a:rPr lang="en-US" sz="1300" i="1" dirty="0">
                <a:solidFill>
                  <a:srgbClr val="B6AED2"/>
                </a:solidFill>
                <a:latin typeface="Segoe UI"/>
              </a:rPr>
              <a:t>: hunt.io</a:t>
            </a:r>
            <a:endParaRPr lang="en-US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2291B417-39E8-A1A1-FC6E-72EB5C6A67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F8E0EB8-7633-E43A-ECC2-FEE0B6759C37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331FC4-BCCB-AC96-5A28-F469893B8FDC}"/>
              </a:ext>
            </a:extLst>
          </p:cNvPr>
          <p:cNvSpPr txBox="1"/>
          <p:nvPr/>
        </p:nvSpPr>
        <p:spPr>
          <a:xfrm>
            <a:off x="6144463" y="457609"/>
            <a:ext cx="5443728" cy="59427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3,900+ Servers and 302 Providers</a:t>
            </a:r>
          </a:p>
          <a:p>
            <a:pPr algn="ctr">
              <a:lnSpc>
                <a:spcPct val="95000"/>
              </a:lnSpc>
            </a:pPr>
            <a:r>
              <a:rPr lang="en-US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In Eastern Europe</a:t>
            </a:r>
            <a: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b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🤡</a:t>
            </a:r>
            <a:br>
              <a:rPr lang="en-US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endParaRPr lang="en-US" sz="105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153FAC0-0AC4-14CD-E4BE-57403C838D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928509"/>
            <a:ext cx="4286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442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C09E4-B65B-F81D-1A84-9FF03227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0CD9BA47-4B63-D0BC-3299-90EC7EEF9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4D69C6-1044-D771-E5A7-F8DE57A3FFC1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49FEDC2-BC4F-BD3D-6653-45D2739AE32B}"/>
              </a:ext>
            </a:extLst>
          </p:cNvPr>
          <p:cNvSpPr txBox="1"/>
          <p:nvPr/>
        </p:nvSpPr>
        <p:spPr>
          <a:xfrm>
            <a:off x="603504" y="5897880"/>
            <a:ext cx="1098468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CH" sz="1300" i="1" dirty="0">
                <a:solidFill>
                  <a:srgbClr val="B6AED2"/>
                </a:solidFill>
                <a:latin typeface="Segoe UI"/>
              </a:rPr>
              <a:t>S</a:t>
            </a:r>
            <a:r>
              <a:rPr lang="en-US" sz="1300" i="1" dirty="0" err="1">
                <a:solidFill>
                  <a:srgbClr val="B6AED2"/>
                </a:solidFill>
                <a:latin typeface="Segoe UI"/>
              </a:rPr>
              <a:t>ource</a:t>
            </a:r>
            <a:r>
              <a:rPr lang="en-US" sz="1300" i="1" dirty="0">
                <a:solidFill>
                  <a:srgbClr val="B6AED2"/>
                </a:solidFill>
                <a:latin typeface="Segoe UI"/>
              </a:rPr>
              <a:t>: </a:t>
            </a:r>
            <a:r>
              <a:rPr lang="en-US" dirty="0">
                <a:hlinkClick r:id="rId3"/>
              </a:rPr>
              <a:t>SOCRadar Labs</a:t>
            </a:r>
            <a:endParaRPr lang="en-US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99FE680D-2401-92FC-CD6F-9CE61DFF6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0B74BF3-D402-A153-7660-214501F0998B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287A42-8CB1-1DC2-49B7-AE055F89CADC}"/>
              </a:ext>
            </a:extLst>
          </p:cNvPr>
          <p:cNvSpPr txBox="1"/>
          <p:nvPr/>
        </p:nvSpPr>
        <p:spPr>
          <a:xfrm>
            <a:off x="6144463" y="1499241"/>
            <a:ext cx="5443728" cy="385951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4650 Malware C&amp;C </a:t>
            </a:r>
            <a:r>
              <a:rPr lang="de-CH" sz="66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Infra</a:t>
            </a:r>
            <a: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in </a:t>
            </a:r>
            <a:r>
              <a:rPr lang="de-CH" sz="66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Switzerland</a:t>
            </a:r>
            <a:b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r>
              <a:rPr lang="de-CH" sz="6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🤡</a:t>
            </a:r>
            <a:endParaRPr lang="en-US" sz="1050" dirty="0"/>
          </a:p>
        </p:txBody>
      </p:sp>
      <p:pic>
        <p:nvPicPr>
          <p:cNvPr id="9" name="Grafik 4">
            <a:extLst>
              <a:ext uri="{FF2B5EF4-FFF2-40B4-BE49-F238E27FC236}">
                <a16:creationId xmlns:a16="http://schemas.microsoft.com/office/drawing/2014/main" id="{3EB98FA4-1B6C-B077-90F3-1F16DB7E9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321" y="726113"/>
            <a:ext cx="4608283" cy="496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894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62732-4B67-2D09-BB06-0A5FD89B0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8E4353B0-433C-6F88-EDF3-DBE99F098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6E7D35-1588-B8CB-E5FC-D7564339A21D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D37BDB-DC40-7A5C-FA85-51598DC9E3DF}"/>
              </a:ext>
            </a:extLst>
          </p:cNvPr>
          <p:cNvSpPr txBox="1"/>
          <p:nvPr/>
        </p:nvSpPr>
        <p:spPr>
          <a:xfrm>
            <a:off x="603504" y="5897880"/>
            <a:ext cx="10984687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de-CH" sz="1300" i="1" dirty="0">
                <a:solidFill>
                  <a:srgbClr val="B6AED2"/>
                </a:solidFill>
                <a:latin typeface="Segoe UI"/>
              </a:rPr>
              <a:t>S</a:t>
            </a:r>
            <a:r>
              <a:rPr lang="en-US" sz="1300" i="1" dirty="0" err="1">
                <a:solidFill>
                  <a:srgbClr val="B6AED2"/>
                </a:solidFill>
                <a:latin typeface="Segoe UI"/>
              </a:rPr>
              <a:t>ource</a:t>
            </a:r>
            <a:r>
              <a:rPr lang="en-US" sz="1300" i="1" dirty="0">
                <a:solidFill>
                  <a:srgbClr val="B6AED2"/>
                </a:solidFill>
                <a:latin typeface="Segoe UI"/>
              </a:rPr>
              <a:t>: </a:t>
            </a:r>
            <a:r>
              <a:rPr lang="en-US" sz="1300" i="1" dirty="0">
                <a:solidFill>
                  <a:srgbClr val="B6AED2"/>
                </a:solidFill>
                <a:latin typeface="Segoe UI"/>
                <a:hlinkClick r:id="rId4"/>
              </a:rPr>
              <a:t>ENISA</a:t>
            </a:r>
            <a:endParaRPr lang="en-US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BD4A5B78-32E2-233E-6CBE-9853BD80F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C6252F-5F4F-1209-4303-827A778B7605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24A574-70CD-A3B2-AA68-30E59E97406F}"/>
              </a:ext>
            </a:extLst>
          </p:cNvPr>
          <p:cNvSpPr txBox="1"/>
          <p:nvPr/>
        </p:nvSpPr>
        <p:spPr>
          <a:xfrm>
            <a:off x="7269480" y="587199"/>
            <a:ext cx="5443728" cy="17543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8</a:t>
            </a:r>
            <a:b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Ransomeware </a:t>
            </a:r>
            <a:b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Gangs</a:t>
            </a:r>
            <a:endParaRPr lang="en-US" sz="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927079-52EB-35F9-C7CF-B123DF2188BF}"/>
              </a:ext>
            </a:extLst>
          </p:cNvPr>
          <p:cNvSpPr txBox="1"/>
          <p:nvPr/>
        </p:nvSpPr>
        <p:spPr>
          <a:xfrm>
            <a:off x="4547616" y="3827315"/>
            <a:ext cx="5443728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Blackcat</a:t>
            </a:r>
            <a:endParaRPr lang="en-US" sz="6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023FF4-D079-D7F9-6716-44D79B99E473}"/>
              </a:ext>
            </a:extLst>
          </p:cNvPr>
          <p:cNvSpPr txBox="1"/>
          <p:nvPr/>
        </p:nvSpPr>
        <p:spPr>
          <a:xfrm>
            <a:off x="7867427" y="3810315"/>
            <a:ext cx="3971728" cy="789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5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Lockbit</a:t>
            </a:r>
            <a:endParaRPr lang="en-US" sz="9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D45F75-FD9B-4A15-D6F0-1AD88DC1463A}"/>
              </a:ext>
            </a:extLst>
          </p:cNvPr>
          <p:cNvSpPr txBox="1"/>
          <p:nvPr/>
        </p:nvSpPr>
        <p:spPr>
          <a:xfrm>
            <a:off x="6690176" y="4335914"/>
            <a:ext cx="3971728" cy="1169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8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Akira</a:t>
            </a:r>
            <a:endParaRPr lang="en-US" sz="1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9D4368-5C72-D2D5-216E-F093EB000F5D}"/>
              </a:ext>
            </a:extLst>
          </p:cNvPr>
          <p:cNvSpPr txBox="1"/>
          <p:nvPr/>
        </p:nvSpPr>
        <p:spPr>
          <a:xfrm>
            <a:off x="4069080" y="4674540"/>
            <a:ext cx="5443728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3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Conti</a:t>
            </a:r>
            <a:endParaRPr lang="en-US" sz="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CDD382-C42C-B8BB-95ED-372936F83DC5}"/>
              </a:ext>
            </a:extLst>
          </p:cNvPr>
          <p:cNvSpPr txBox="1"/>
          <p:nvPr/>
        </p:nvSpPr>
        <p:spPr>
          <a:xfrm>
            <a:off x="8286704" y="4837820"/>
            <a:ext cx="5443728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3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Ransomex</a:t>
            </a:r>
            <a:endParaRPr lang="en-US" sz="5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0CDEB9-1148-8107-E93C-4BAB300813A3}"/>
              </a:ext>
            </a:extLst>
          </p:cNvPr>
          <p:cNvSpPr txBox="1"/>
          <p:nvPr/>
        </p:nvSpPr>
        <p:spPr>
          <a:xfrm>
            <a:off x="5643721" y="5308171"/>
            <a:ext cx="5443728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3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Suncrypts</a:t>
            </a:r>
            <a:endParaRPr lang="en-US" sz="5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0DF07B0-9813-68AE-54A6-D3209F175AB6}"/>
              </a:ext>
            </a:extLst>
          </p:cNvPr>
          <p:cNvSpPr txBox="1"/>
          <p:nvPr/>
        </p:nvSpPr>
        <p:spPr>
          <a:xfrm>
            <a:off x="-601363" y="4045208"/>
            <a:ext cx="5443728" cy="11695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11</a:t>
            </a:r>
            <a:b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Threat Actors</a:t>
            </a:r>
            <a:endParaRPr lang="en-US" sz="600" dirty="0"/>
          </a:p>
        </p:txBody>
      </p:sp>
      <p:pic>
        <p:nvPicPr>
          <p:cNvPr id="28" name="Grafik 17" descr="a little girl in a red and purple shirt is holding a broom and making a funny face while saying stay away">
            <a:extLst>
              <a:ext uri="{FF2B5EF4-FFF2-40B4-BE49-F238E27FC236}">
                <a16:creationId xmlns:a16="http://schemas.microsoft.com/office/drawing/2014/main" id="{AB9AD139-A75E-8523-F4F1-5ED2C8B522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3354" y="2019606"/>
            <a:ext cx="2631363" cy="30260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0DF0DC-1ADF-BFCA-D435-D917476B10A1}"/>
              </a:ext>
            </a:extLst>
          </p:cNvPr>
          <p:cNvSpPr txBox="1"/>
          <p:nvPr/>
        </p:nvSpPr>
        <p:spPr>
          <a:xfrm>
            <a:off x="596006" y="548640"/>
            <a:ext cx="5443728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~171 (known) </a:t>
            </a:r>
            <a:r>
              <a:rPr lang="de-CH" sz="4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ransomware</a:t>
            </a: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4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attacks</a:t>
            </a:r>
            <a:r>
              <a:rPr lang="de-CH" sz="4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per </a:t>
            </a:r>
            <a:r>
              <a:rPr lang="de-CH" sz="4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month</a:t>
            </a:r>
            <a:endParaRPr lang="en-US" sz="600" dirty="0"/>
          </a:p>
        </p:txBody>
      </p:sp>
      <p:pic>
        <p:nvPicPr>
          <p:cNvPr id="29" name="Grafik 18" descr="a little girl with messy hair is sitting on a couch .">
            <a:extLst>
              <a:ext uri="{FF2B5EF4-FFF2-40B4-BE49-F238E27FC236}">
                <a16:creationId xmlns:a16="http://schemas.microsoft.com/office/drawing/2014/main" id="{1FCF2BD2-2603-E03F-E08B-0A52759EF6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9108" y="1824271"/>
            <a:ext cx="4367314" cy="2898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06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85EB-69C6-4848-D089-CE0B2E308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F0154C2F-3CF0-787B-01BE-FA0860F97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5AAA1B-339E-0708-D4EA-8A5948E4139C}"/>
              </a:ext>
            </a:extLst>
          </p:cNvPr>
          <p:cNvSpPr txBox="1"/>
          <p:nvPr/>
        </p:nvSpPr>
        <p:spPr>
          <a:xfrm>
            <a:off x="603504" y="703752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1802FF4-68EA-6040-1CE4-84064FD8EC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1DC8E8D-2907-CAED-177E-D324B25F7A98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graphicFrame>
        <p:nvGraphicFramePr>
          <p:cNvPr id="4" name="Tabelle 3">
            <a:extLst>
              <a:ext uri="{FF2B5EF4-FFF2-40B4-BE49-F238E27FC236}">
                <a16:creationId xmlns:a16="http://schemas.microsoft.com/office/drawing/2014/main" id="{6736814A-CC75-EB4F-6D09-8526CE8749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508428"/>
              </p:ext>
            </p:extLst>
          </p:nvPr>
        </p:nvGraphicFramePr>
        <p:xfrm>
          <a:off x="603504" y="1065726"/>
          <a:ext cx="10844784" cy="508852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32104">
                  <a:extLst>
                    <a:ext uri="{9D8B030D-6E8A-4147-A177-3AD203B41FA5}">
                      <a16:colId xmlns:a16="http://schemas.microsoft.com/office/drawing/2014/main" val="3788130899"/>
                    </a:ext>
                  </a:extLst>
                </a:gridCol>
                <a:gridCol w="6397752">
                  <a:extLst>
                    <a:ext uri="{9D8B030D-6E8A-4147-A177-3AD203B41FA5}">
                      <a16:colId xmlns:a16="http://schemas.microsoft.com/office/drawing/2014/main" val="718512948"/>
                    </a:ext>
                  </a:extLst>
                </a:gridCol>
                <a:gridCol w="3614928">
                  <a:extLst>
                    <a:ext uri="{9D8B030D-6E8A-4147-A177-3AD203B41FA5}">
                      <a16:colId xmlns:a16="http://schemas.microsoft.com/office/drawing/2014/main" val="477311180"/>
                    </a:ext>
                  </a:extLst>
                </a:gridCol>
              </a:tblGrid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Rank</a:t>
                      </a:r>
                      <a:endParaRPr lang="de-CH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Ransomware Group</a:t>
                      </a:r>
                      <a:endParaRPr lang="de-CH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 dirty="0" err="1">
                          <a:effectLst/>
                        </a:rPr>
                        <a:t>Publicly</a:t>
                      </a:r>
                      <a:r>
                        <a:rPr lang="de-CH" dirty="0">
                          <a:effectLst/>
                        </a:rPr>
                        <a:t> </a:t>
                      </a:r>
                      <a:r>
                        <a:rPr lang="de-CH" dirty="0" err="1">
                          <a:effectLst/>
                        </a:rPr>
                        <a:t>Reported</a:t>
                      </a:r>
                      <a:r>
                        <a:rPr lang="de-CH" dirty="0">
                          <a:effectLst/>
                        </a:rPr>
                        <a:t> </a:t>
                      </a:r>
                      <a:r>
                        <a:rPr lang="de-CH" dirty="0" err="1">
                          <a:effectLst/>
                        </a:rPr>
                        <a:t>Victims</a:t>
                      </a:r>
                      <a:endParaRPr lang="de-CH" b="1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0963913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 dirty="0">
                          <a:effectLst/>
                        </a:rPr>
                        <a:t>🥇 1</a:t>
                      </a:r>
                      <a:endParaRPr lang="de-CH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 dirty="0" err="1">
                          <a:effectLst/>
                        </a:rPr>
                        <a:t>Qilin</a:t>
                      </a:r>
                      <a:endParaRPr lang="de-CH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279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5504630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 dirty="0">
                          <a:effectLst/>
                        </a:rPr>
                        <a:t>🥈 2</a:t>
                      </a:r>
                      <a:endParaRPr lang="de-CH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The Gentlemen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269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357583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 dirty="0">
                          <a:effectLst/>
                        </a:rPr>
                        <a:t>🥉 3</a:t>
                      </a:r>
                      <a:endParaRPr lang="de-CH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DragonForce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140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6078784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4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Akira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126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3142190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5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LockBit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105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1950217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6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INC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92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5828004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7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SafePay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59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1892571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8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Nova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58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0194833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9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KryBit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55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1314003"/>
                  </a:ext>
                </a:extLst>
              </a:tr>
              <a:tr h="462593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>
                          <a:effectLst/>
                        </a:rPr>
                        <a:t>10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de-CH">
                          <a:effectLst/>
                        </a:rPr>
                        <a:t>ShinyHunters</a:t>
                      </a:r>
                      <a:endParaRPr lang="de-CH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de-CH" dirty="0">
                          <a:effectLst/>
                        </a:rPr>
                        <a:t>53</a:t>
                      </a:r>
                      <a:endParaRPr lang="de-CH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7493903"/>
                  </a:ext>
                </a:extLst>
              </a:tr>
            </a:tbl>
          </a:graphicData>
        </a:graphic>
      </p:graphicFrame>
      <p:sp>
        <p:nvSpPr>
          <p:cNvPr id="7" name="Textfeld 6">
            <a:extLst>
              <a:ext uri="{FF2B5EF4-FFF2-40B4-BE49-F238E27FC236}">
                <a16:creationId xmlns:a16="http://schemas.microsoft.com/office/drawing/2014/main" id="{16A21CA1-02BE-5819-3D1B-1C32609902B6}"/>
              </a:ext>
            </a:extLst>
          </p:cNvPr>
          <p:cNvSpPr txBox="1"/>
          <p:nvPr/>
        </p:nvSpPr>
        <p:spPr>
          <a:xfrm>
            <a:off x="457200" y="534138"/>
            <a:ext cx="10991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Top Ransomware Groups – Q2 2026 (by Checkpoint Software)</a:t>
            </a:r>
          </a:p>
        </p:txBody>
      </p:sp>
    </p:spTree>
    <p:extLst>
      <p:ext uri="{BB962C8B-B14F-4D97-AF65-F5344CB8AC3E}">
        <p14:creationId xmlns:p14="http://schemas.microsoft.com/office/powerpoint/2010/main" val="5645662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585B3-896A-93A7-9D77-F18CDF16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A103DE4F-137A-2894-B3CF-C3149F544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8BF69A-6B3B-F9A8-455D-B43379745442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E7B734FD-90E7-2A45-B45A-74F77120E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0F6D962-78F8-4673-306D-30EC10E45999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A43C31-5576-82C8-4703-9DA2AABC5A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75" y="548640"/>
            <a:ext cx="4919904" cy="46491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EDCACA2-B875-5150-6BDC-03707469C0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9602" y="1026772"/>
            <a:ext cx="5617094" cy="5282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164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62434-3573-6A00-6CE3-48D1D2205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148A4F42-E6EB-670A-86CD-90C8F71903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D58D-F066-EC6D-D47D-3D7E5154EB00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74F40EDA-6D55-5E47-7A3C-CA79A56C8B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B10D106-C829-DA82-C809-ED045BA29347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FC2A32-7E57-8590-1ADD-41412CE729E0}"/>
              </a:ext>
            </a:extLst>
          </p:cNvPr>
          <p:cNvSpPr txBox="1"/>
          <p:nvPr/>
        </p:nvSpPr>
        <p:spPr>
          <a:xfrm>
            <a:off x="868679" y="2781482"/>
            <a:ext cx="10972800" cy="935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32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over 52% of cyberattacks with known motivations are driven by extortion and ransomware</a:t>
            </a:r>
            <a:endParaRPr lang="en-US" sz="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F8A097-A2D5-09C7-4BE0-6507C17CB5D7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0F069E5-996D-94EF-DB97-11C509ED69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868680" y="1382130"/>
            <a:ext cx="1492726" cy="149272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349E6BE-5034-6C5F-EECE-ED79CF93ED2F}"/>
              </a:ext>
            </a:extLst>
          </p:cNvPr>
          <p:cNvSpPr txBox="1"/>
          <p:nvPr/>
        </p:nvSpPr>
        <p:spPr>
          <a:xfrm>
            <a:off x="7001219" y="4745029"/>
            <a:ext cx="4596116" cy="7017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Microsoft Digital Defense Report, 2025</a:t>
            </a:r>
            <a:endParaRPr lang="en-US" sz="200" dirty="0"/>
          </a:p>
        </p:txBody>
      </p:sp>
    </p:spTree>
    <p:extLst>
      <p:ext uri="{BB962C8B-B14F-4D97-AF65-F5344CB8AC3E}">
        <p14:creationId xmlns:p14="http://schemas.microsoft.com/office/powerpoint/2010/main" val="24028567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6136E-5FEF-A810-9295-DE0D9F1C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0E16330-68C2-FC03-6665-71AC94B4B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DB5097E-41D4-316F-9432-8FBDAAC75FA8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44D06F-9305-4695-6CB5-BA099C0ED06A}"/>
              </a:ext>
            </a:extLst>
          </p:cNvPr>
          <p:cNvSpPr txBox="1"/>
          <p:nvPr/>
        </p:nvSpPr>
        <p:spPr>
          <a:xfrm>
            <a:off x="10911535" y="6437376"/>
            <a:ext cx="6858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950" b="1" i="0">
                <a:solidFill>
                  <a:srgbClr val="8B83A8"/>
                </a:solidFill>
                <a:latin typeface="Consolas"/>
              </a:rPr>
              <a:t>10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3FAD1C-F933-1521-4496-ECF195AAAE81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47BF3F-A3D6-8783-FC42-E7A00A157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5522" cy="6858000"/>
          </a:xfrm>
          <a:prstGeom prst="rect">
            <a:avLst/>
          </a:prstGeom>
        </p:spPr>
      </p:pic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46EEE314-F951-C440-1B21-A49309038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58FDB25-FFA2-B6BA-0BC3-14A635D29837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8204484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D24DC-11CB-2909-2FFB-3298F4E1B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CF697E49-6A3F-7934-2D56-E3C134B613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B536EE-A0A2-4AEA-025C-9AE752CA2C2E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E058C5-3D02-ACBC-8E5E-44267E048F4E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DD49711E-1F9F-5B67-4C23-4D04005268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0DF0A8B-FA64-5673-A561-60C2719CF4F2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6" name="Grafik 3" descr="Ein Bild, das Screenshot, Symbol, Grafiken, Rechteck enthält.&#10;&#10;KI-generierte Inhalte können fehlerhaft sein.">
            <a:extLst>
              <a:ext uri="{FF2B5EF4-FFF2-40B4-BE49-F238E27FC236}">
                <a16:creationId xmlns:a16="http://schemas.microsoft.com/office/drawing/2014/main" id="{0719FDD9-94DF-005D-3DE2-7AC99103E2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904" y="2346223"/>
            <a:ext cx="1916214" cy="1763840"/>
          </a:xfrm>
          <a:prstGeom prst="rect">
            <a:avLst/>
          </a:prstGeom>
        </p:spPr>
      </p:pic>
      <p:pic>
        <p:nvPicPr>
          <p:cNvPr id="8" name="Grafik 8" descr="Ein Bild, das Grafiken, Clipart, Design enthält.&#10;&#10;KI-generierte Inhalte können fehlerhaft sein.">
            <a:extLst>
              <a:ext uri="{FF2B5EF4-FFF2-40B4-BE49-F238E27FC236}">
                <a16:creationId xmlns:a16="http://schemas.microsoft.com/office/drawing/2014/main" id="{82F32F25-25AA-7B5C-2B23-7930982F2C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7851" y="2268286"/>
            <a:ext cx="1919714" cy="1919714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60D24FD-653F-D962-B3B9-DB339F9D7597}"/>
              </a:ext>
            </a:extLst>
          </p:cNvPr>
          <p:cNvCxnSpPr/>
          <p:nvPr/>
        </p:nvCxnSpPr>
        <p:spPr>
          <a:xfrm>
            <a:off x="5643721" y="1134737"/>
            <a:ext cx="0" cy="4173434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Grafik 10">
            <a:extLst>
              <a:ext uri="{FF2B5EF4-FFF2-40B4-BE49-F238E27FC236}">
                <a16:creationId xmlns:a16="http://schemas.microsoft.com/office/drawing/2014/main" id="{DC602E0F-D26B-C9FD-3FE1-72795602525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487" y="4484696"/>
            <a:ext cx="692697" cy="692697"/>
          </a:xfrm>
          <a:prstGeom prst="rect">
            <a:avLst/>
          </a:prstGeom>
        </p:spPr>
      </p:pic>
      <p:pic>
        <p:nvPicPr>
          <p:cNvPr id="15" name="Grafik 10">
            <a:extLst>
              <a:ext uri="{FF2B5EF4-FFF2-40B4-BE49-F238E27FC236}">
                <a16:creationId xmlns:a16="http://schemas.microsoft.com/office/drawing/2014/main" id="{27186784-C199-A921-A937-446517916B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31485" y="1372348"/>
            <a:ext cx="692697" cy="692697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7207CE1-7C4D-0671-5834-B671DC673E1E}"/>
              </a:ext>
            </a:extLst>
          </p:cNvPr>
          <p:cNvSpPr txBox="1"/>
          <p:nvPr/>
        </p:nvSpPr>
        <p:spPr>
          <a:xfrm>
            <a:off x="1262423" y="4567896"/>
            <a:ext cx="3655177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3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Secure Endpoints</a:t>
            </a:r>
            <a:endParaRPr lang="en-US" sz="5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2E1861E-DC5C-8BDF-DA9F-F2754B2B94BA}"/>
              </a:ext>
            </a:extLst>
          </p:cNvPr>
          <p:cNvSpPr txBox="1"/>
          <p:nvPr/>
        </p:nvSpPr>
        <p:spPr>
          <a:xfrm>
            <a:off x="7124182" y="1435018"/>
            <a:ext cx="3655177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3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Secure Identities</a:t>
            </a:r>
            <a:endParaRPr lang="en-US" sz="500" dirty="0"/>
          </a:p>
        </p:txBody>
      </p:sp>
    </p:spTree>
    <p:extLst>
      <p:ext uri="{BB962C8B-B14F-4D97-AF65-F5344CB8AC3E}">
        <p14:creationId xmlns:p14="http://schemas.microsoft.com/office/powerpoint/2010/main" val="4292415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A8030-2EA9-CA98-BA48-3C58AF11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0A8C6852-8C56-DCBE-1E3F-6D69F0F31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27442C7-FFC3-9351-EE13-A701A5A01542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AAC817-EECB-2B8F-5B67-0AA7261651A0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BE9D1A00-3A39-D93C-ACAE-3C28F5D8BC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8500564-19FF-9C72-EF09-B9D660139DBF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CDBC58-B6C9-CE2C-133D-49C39BEAA38E}"/>
              </a:ext>
            </a:extLst>
          </p:cNvPr>
          <p:cNvSpPr txBox="1"/>
          <p:nvPr/>
        </p:nvSpPr>
        <p:spPr>
          <a:xfrm>
            <a:off x="3816132" y="548640"/>
            <a:ext cx="3655177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Defender?</a:t>
            </a:r>
            <a:endParaRPr lang="en-US" sz="6000" dirty="0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A4CF84DE-429E-5A58-C13B-3E0968087EBF}"/>
              </a:ext>
            </a:extLst>
          </p:cNvPr>
          <p:cNvSpPr txBox="1">
            <a:spLocks/>
          </p:cNvSpPr>
          <p:nvPr/>
        </p:nvSpPr>
        <p:spPr>
          <a:xfrm>
            <a:off x="2212646" y="2490780"/>
            <a:ext cx="3246253" cy="284847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19900" dirty="0"/>
              <a:t>👍</a:t>
            </a:r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AC42E54D-2F63-5A95-5CB2-F958FA1EFAF1}"/>
              </a:ext>
            </a:extLst>
          </p:cNvPr>
          <p:cNvSpPr txBox="1">
            <a:spLocks/>
          </p:cNvSpPr>
          <p:nvPr/>
        </p:nvSpPr>
        <p:spPr>
          <a:xfrm rot="10800000">
            <a:off x="6565788" y="2188272"/>
            <a:ext cx="3246253" cy="284847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19900" dirty="0"/>
              <a:t>👍</a:t>
            </a:r>
          </a:p>
        </p:txBody>
      </p:sp>
    </p:spTree>
    <p:extLst>
      <p:ext uri="{BB962C8B-B14F-4D97-AF65-F5344CB8AC3E}">
        <p14:creationId xmlns:p14="http://schemas.microsoft.com/office/powerpoint/2010/main" val="4138430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1A8202-4869-C4B6-7B1D-B09165FA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3F5A7742-DB73-775B-90C4-5FDD0A5FC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FB6886-97C3-5283-5E73-A218E7EFE230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0B7CA4-FE33-35E1-9F9E-F958519EEBA4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BF0C1AB0-6579-12B8-BB27-3D4E34180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8C3D1DC-0B87-5587-BC41-551044D8C595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AD0D1D-9289-9585-2A82-68685F1C2732}"/>
              </a:ext>
            </a:extLst>
          </p:cNvPr>
          <p:cNvSpPr txBox="1"/>
          <p:nvPr/>
        </p:nvSpPr>
        <p:spPr>
          <a:xfrm>
            <a:off x="2753499" y="2990418"/>
            <a:ext cx="651769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How do i start?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589447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BFE7E-5D34-BFB0-EF34-032BAE1C8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15FE973B-B5E2-C4D6-D311-4F8A1B2B8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CC1832-A208-2C07-E437-7780F2E865DE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1F728-7B93-656B-DB04-03FD514E1AF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906401F7-64E9-F4FA-74AA-E481FEAC8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578DA4F-D56B-3F07-913F-58AF08081530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L-Shape 8">
            <a:extLst>
              <a:ext uri="{FF2B5EF4-FFF2-40B4-BE49-F238E27FC236}">
                <a16:creationId xmlns:a16="http://schemas.microsoft.com/office/drawing/2014/main" id="{5E85055E-DD29-888B-F57B-D19941346D8A}"/>
              </a:ext>
            </a:extLst>
          </p:cNvPr>
          <p:cNvSpPr/>
          <p:nvPr/>
        </p:nvSpPr>
        <p:spPr bwMode="auto">
          <a:xfrm flipH="1" flipV="1">
            <a:off x="2318854" y="1150618"/>
            <a:ext cx="3952504" cy="1445225"/>
          </a:xfrm>
          <a:prstGeom prst="corner">
            <a:avLst>
              <a:gd name="adj1" fmla="val 73791"/>
              <a:gd name="adj2" fmla="val 7671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 Semibold"/>
              <a:ea typeface="+mn-ea"/>
              <a:cs typeface="Segoe UI" charset="0"/>
            </a:endParaRPr>
          </a:p>
        </p:txBody>
      </p:sp>
      <p:sp>
        <p:nvSpPr>
          <p:cNvPr id="6" name="Rectangle 629">
            <a:hlinkClick r:id="rId5" tooltip="Microsoft Defender for Office 365 (formerly Office 365 ATP) provides XDR capabilities including sandbox detonation, integrated threat intelligence, attack simulation &amp; more across Email, SharePoint Online, OneDrive for Business, Teams, etc. "/>
            <a:extLst>
              <a:ext uri="{FF2B5EF4-FFF2-40B4-BE49-F238E27FC236}">
                <a16:creationId xmlns:a16="http://schemas.microsoft.com/office/drawing/2014/main" id="{909ABE68-98E2-A64E-F318-B40D571B4E47}"/>
              </a:ext>
            </a:extLst>
          </p:cNvPr>
          <p:cNvSpPr/>
          <p:nvPr/>
        </p:nvSpPr>
        <p:spPr bwMode="auto">
          <a:xfrm>
            <a:off x="1" y="1121859"/>
            <a:ext cx="2263208" cy="44898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34" tIns="91440" rIns="179234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Defender for </a:t>
            </a:r>
            <a:b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</a:b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Office 365</a:t>
            </a:r>
          </a:p>
        </p:txBody>
      </p:sp>
      <p:sp>
        <p:nvSpPr>
          <p:cNvPr id="7" name="Rectangle 646">
            <a:hlinkClick r:id="rId6" tooltip="Microsoft Defender for Endpoints (formerly Defender ATP) provides Endpoint Detection and Response (EDR), Threat and Vulnerability Management (TVM),  automated incident investigation/remediation, and more for Windows, Linux, iOS, and Android"/>
            <a:extLst>
              <a:ext uri="{FF2B5EF4-FFF2-40B4-BE49-F238E27FC236}">
                <a16:creationId xmlns:a16="http://schemas.microsoft.com/office/drawing/2014/main" id="{F0C82A7D-E47D-0E9B-DF04-EBAA6F90E4F3}"/>
              </a:ext>
            </a:extLst>
          </p:cNvPr>
          <p:cNvSpPr/>
          <p:nvPr/>
        </p:nvSpPr>
        <p:spPr bwMode="auto">
          <a:xfrm>
            <a:off x="2340779" y="2348040"/>
            <a:ext cx="2663770" cy="277431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91440" rIns="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Defender for Endpoint</a:t>
            </a:r>
          </a:p>
        </p:txBody>
      </p:sp>
      <p:sp>
        <p:nvSpPr>
          <p:cNvPr id="8" name="Rectangle 660">
            <a:hlinkClick r:id="rId7" tooltip="Microsoft Defender for Identity (formerly Azure ATP) detects on-premises identity attacks using behavioral analysis (UEBA) + specific detections for Pass the Hash/Ticket/Password, Golden Ticket, Skeleton Key, and others."/>
            <a:extLst>
              <a:ext uri="{FF2B5EF4-FFF2-40B4-BE49-F238E27FC236}">
                <a16:creationId xmlns:a16="http://schemas.microsoft.com/office/drawing/2014/main" id="{F43F6CFB-39A5-B77C-0BFD-A9DCF470DDC1}"/>
              </a:ext>
            </a:extLst>
          </p:cNvPr>
          <p:cNvSpPr/>
          <p:nvPr/>
        </p:nvSpPr>
        <p:spPr bwMode="auto">
          <a:xfrm>
            <a:off x="5158614" y="2721375"/>
            <a:ext cx="7033384" cy="28056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79234" bIns="143387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Defender for </a:t>
            </a:r>
            <a:b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</a:b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Identity</a:t>
            </a:r>
          </a:p>
        </p:txBody>
      </p:sp>
      <p:sp>
        <p:nvSpPr>
          <p:cNvPr id="10" name="TextBox 630">
            <a:extLst>
              <a:ext uri="{FF2B5EF4-FFF2-40B4-BE49-F238E27FC236}">
                <a16:creationId xmlns:a16="http://schemas.microsoft.com/office/drawing/2014/main" id="{130468BB-2BB3-F762-6EEE-D9298592CA4E}"/>
              </a:ext>
            </a:extLst>
          </p:cNvPr>
          <p:cNvSpPr txBox="1"/>
          <p:nvPr/>
        </p:nvSpPr>
        <p:spPr>
          <a:xfrm>
            <a:off x="32966" y="1849324"/>
            <a:ext cx="962684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Segoe UI" charset="0"/>
                <a:cs typeface="Segoe UI" charset="0"/>
              </a:rPr>
              <a:t>Phishing</a:t>
            </a:r>
          </a:p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Segoe UI" charset="0"/>
                <a:cs typeface="Segoe UI" charset="0"/>
              </a:rPr>
              <a:t>mail</a:t>
            </a:r>
          </a:p>
        </p:txBody>
      </p:sp>
      <p:sp>
        <p:nvSpPr>
          <p:cNvPr id="11" name="Oval 135">
            <a:extLst>
              <a:ext uri="{FF2B5EF4-FFF2-40B4-BE49-F238E27FC236}">
                <a16:creationId xmlns:a16="http://schemas.microsoft.com/office/drawing/2014/main" id="{B7DF3512-4ABA-800C-B79F-65A74E0C9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34249" y="2285955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12" name="Picture 632" descr="Icon of an Email">
            <a:extLst>
              <a:ext uri="{FF2B5EF4-FFF2-40B4-BE49-F238E27FC236}">
                <a16:creationId xmlns:a16="http://schemas.microsoft.com/office/drawing/2014/main" id="{FAA6DCBE-E6E0-949F-32E2-6B82A52A8A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689" y="2445975"/>
            <a:ext cx="365760" cy="228600"/>
          </a:xfrm>
          <a:prstGeom prst="rect">
            <a:avLst/>
          </a:prstGeom>
        </p:spPr>
      </p:pic>
      <p:cxnSp>
        <p:nvCxnSpPr>
          <p:cNvPr id="13" name="Straight Arrow Connector 633" descr="Arrow going right">
            <a:extLst>
              <a:ext uri="{FF2B5EF4-FFF2-40B4-BE49-F238E27FC236}">
                <a16:creationId xmlns:a16="http://schemas.microsoft.com/office/drawing/2014/main" id="{FDB24CB6-437E-4D65-B910-8DE8B7C4A26B}"/>
              </a:ext>
            </a:extLst>
          </p:cNvPr>
          <p:cNvCxnSpPr>
            <a:cxnSpLocks/>
            <a:stCxn id="11" idx="6"/>
            <a:endCxn id="15" idx="2"/>
          </p:cNvCxnSpPr>
          <p:nvPr/>
        </p:nvCxnSpPr>
        <p:spPr>
          <a:xfrm flipV="1">
            <a:off x="782889" y="2560268"/>
            <a:ext cx="512119" cy="7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634">
            <a:extLst>
              <a:ext uri="{FF2B5EF4-FFF2-40B4-BE49-F238E27FC236}">
                <a16:creationId xmlns:a16="http://schemas.microsoft.com/office/drawing/2014/main" id="{0E33A92A-1CDA-6375-4D4B-5E57E6BA82FE}"/>
              </a:ext>
            </a:extLst>
          </p:cNvPr>
          <p:cNvSpPr txBox="1"/>
          <p:nvPr/>
        </p:nvSpPr>
        <p:spPr>
          <a:xfrm>
            <a:off x="1112440" y="1849324"/>
            <a:ext cx="92214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Segoe UI" charset="0"/>
                <a:cs typeface="Segoe UI" charset="0"/>
              </a:rPr>
              <a:t>Open attachment</a:t>
            </a:r>
          </a:p>
        </p:txBody>
      </p:sp>
      <p:sp>
        <p:nvSpPr>
          <p:cNvPr id="15" name="Oval 139">
            <a:extLst>
              <a:ext uri="{FF2B5EF4-FFF2-40B4-BE49-F238E27FC236}">
                <a16:creationId xmlns:a16="http://schemas.microsoft.com/office/drawing/2014/main" id="{E008A238-669F-146F-B520-1C1EFF255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295008" y="2285948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6" name="Freeform 11" descr="Icon of a paper pin">
            <a:extLst>
              <a:ext uri="{FF2B5EF4-FFF2-40B4-BE49-F238E27FC236}">
                <a16:creationId xmlns:a16="http://schemas.microsoft.com/office/drawing/2014/main" id="{44631928-A08C-01E5-F19D-48F392825BE3}"/>
              </a:ext>
            </a:extLst>
          </p:cNvPr>
          <p:cNvSpPr>
            <a:spLocks/>
          </p:cNvSpPr>
          <p:nvPr/>
        </p:nvSpPr>
        <p:spPr bwMode="auto">
          <a:xfrm>
            <a:off x="1503723" y="2396064"/>
            <a:ext cx="144463" cy="331788"/>
          </a:xfrm>
          <a:custGeom>
            <a:avLst/>
            <a:gdLst>
              <a:gd name="T0" fmla="*/ 22 w 148"/>
              <a:gd name="T1" fmla="*/ 317 h 338"/>
              <a:gd name="T2" fmla="*/ 22 w 148"/>
              <a:gd name="T3" fmla="*/ 317 h 338"/>
              <a:gd name="T4" fmla="*/ 45 w 148"/>
              <a:gd name="T5" fmla="*/ 333 h 338"/>
              <a:gd name="T6" fmla="*/ 74 w 148"/>
              <a:gd name="T7" fmla="*/ 338 h 338"/>
              <a:gd name="T8" fmla="*/ 103 w 148"/>
              <a:gd name="T9" fmla="*/ 333 h 338"/>
              <a:gd name="T10" fmla="*/ 126 w 148"/>
              <a:gd name="T11" fmla="*/ 317 h 338"/>
              <a:gd name="T12" fmla="*/ 142 w 148"/>
              <a:gd name="T13" fmla="*/ 293 h 338"/>
              <a:gd name="T14" fmla="*/ 148 w 148"/>
              <a:gd name="T15" fmla="*/ 264 h 338"/>
              <a:gd name="T16" fmla="*/ 148 w 148"/>
              <a:gd name="T17" fmla="*/ 63 h 338"/>
              <a:gd name="T18" fmla="*/ 127 w 148"/>
              <a:gd name="T19" fmla="*/ 63 h 338"/>
              <a:gd name="T20" fmla="*/ 127 w 148"/>
              <a:gd name="T21" fmla="*/ 264 h 338"/>
              <a:gd name="T22" fmla="*/ 123 w 148"/>
              <a:gd name="T23" fmla="*/ 285 h 338"/>
              <a:gd name="T24" fmla="*/ 111 w 148"/>
              <a:gd name="T25" fmla="*/ 302 h 338"/>
              <a:gd name="T26" fmla="*/ 94 w 148"/>
              <a:gd name="T27" fmla="*/ 313 h 338"/>
              <a:gd name="T28" fmla="*/ 74 w 148"/>
              <a:gd name="T29" fmla="*/ 317 h 338"/>
              <a:gd name="T30" fmla="*/ 53 w 148"/>
              <a:gd name="T31" fmla="*/ 313 h 338"/>
              <a:gd name="T32" fmla="*/ 37 w 148"/>
              <a:gd name="T33" fmla="*/ 302 h 338"/>
              <a:gd name="T34" fmla="*/ 25 w 148"/>
              <a:gd name="T35" fmla="*/ 285 h 338"/>
              <a:gd name="T36" fmla="*/ 21 w 148"/>
              <a:gd name="T37" fmla="*/ 264 h 338"/>
              <a:gd name="T38" fmla="*/ 21 w 148"/>
              <a:gd name="T39" fmla="*/ 53 h 338"/>
              <a:gd name="T40" fmla="*/ 23 w 148"/>
              <a:gd name="T41" fmla="*/ 40 h 338"/>
              <a:gd name="T42" fmla="*/ 30 w 148"/>
              <a:gd name="T43" fmla="*/ 30 h 338"/>
              <a:gd name="T44" fmla="*/ 40 w 148"/>
              <a:gd name="T45" fmla="*/ 24 h 338"/>
              <a:gd name="T46" fmla="*/ 53 w 148"/>
              <a:gd name="T47" fmla="*/ 21 h 338"/>
              <a:gd name="T48" fmla="*/ 65 w 148"/>
              <a:gd name="T49" fmla="*/ 24 h 338"/>
              <a:gd name="T50" fmla="*/ 75 w 148"/>
              <a:gd name="T51" fmla="*/ 30 h 338"/>
              <a:gd name="T52" fmla="*/ 82 w 148"/>
              <a:gd name="T53" fmla="*/ 40 h 338"/>
              <a:gd name="T54" fmla="*/ 84 w 148"/>
              <a:gd name="T55" fmla="*/ 53 h 338"/>
              <a:gd name="T56" fmla="*/ 84 w 148"/>
              <a:gd name="T57" fmla="*/ 264 h 338"/>
              <a:gd name="T58" fmla="*/ 81 w 148"/>
              <a:gd name="T59" fmla="*/ 272 h 338"/>
              <a:gd name="T60" fmla="*/ 74 w 148"/>
              <a:gd name="T61" fmla="*/ 275 h 338"/>
              <a:gd name="T62" fmla="*/ 66 w 148"/>
              <a:gd name="T63" fmla="*/ 272 h 338"/>
              <a:gd name="T64" fmla="*/ 63 w 148"/>
              <a:gd name="T65" fmla="*/ 264 h 338"/>
              <a:gd name="T66" fmla="*/ 63 w 148"/>
              <a:gd name="T67" fmla="*/ 85 h 338"/>
              <a:gd name="T68" fmla="*/ 42 w 148"/>
              <a:gd name="T69" fmla="*/ 85 h 338"/>
              <a:gd name="T70" fmla="*/ 42 w 148"/>
              <a:gd name="T71" fmla="*/ 264 h 338"/>
              <a:gd name="T72" fmla="*/ 45 w 148"/>
              <a:gd name="T73" fmla="*/ 277 h 338"/>
              <a:gd name="T74" fmla="*/ 51 w 148"/>
              <a:gd name="T75" fmla="*/ 287 h 338"/>
              <a:gd name="T76" fmla="*/ 61 w 148"/>
              <a:gd name="T77" fmla="*/ 294 h 338"/>
              <a:gd name="T78" fmla="*/ 74 w 148"/>
              <a:gd name="T79" fmla="*/ 296 h 338"/>
              <a:gd name="T80" fmla="*/ 86 w 148"/>
              <a:gd name="T81" fmla="*/ 294 h 338"/>
              <a:gd name="T82" fmla="*/ 96 w 148"/>
              <a:gd name="T83" fmla="*/ 287 h 338"/>
              <a:gd name="T84" fmla="*/ 103 w 148"/>
              <a:gd name="T85" fmla="*/ 277 h 338"/>
              <a:gd name="T86" fmla="*/ 106 w 148"/>
              <a:gd name="T87" fmla="*/ 264 h 338"/>
              <a:gd name="T88" fmla="*/ 106 w 148"/>
              <a:gd name="T89" fmla="*/ 53 h 338"/>
              <a:gd name="T90" fmla="*/ 101 w 148"/>
              <a:gd name="T91" fmla="*/ 32 h 338"/>
              <a:gd name="T92" fmla="*/ 90 w 148"/>
              <a:gd name="T93" fmla="*/ 15 h 338"/>
              <a:gd name="T94" fmla="*/ 73 w 148"/>
              <a:gd name="T95" fmla="*/ 4 h 338"/>
              <a:gd name="T96" fmla="*/ 53 w 148"/>
              <a:gd name="T97" fmla="*/ 0 h 338"/>
              <a:gd name="T98" fmla="*/ 32 w 148"/>
              <a:gd name="T99" fmla="*/ 4 h 338"/>
              <a:gd name="T100" fmla="*/ 15 w 148"/>
              <a:gd name="T101" fmla="*/ 15 h 338"/>
              <a:gd name="T102" fmla="*/ 4 w 148"/>
              <a:gd name="T103" fmla="*/ 32 h 338"/>
              <a:gd name="T104" fmla="*/ 0 w 148"/>
              <a:gd name="T105" fmla="*/ 53 h 338"/>
              <a:gd name="T106" fmla="*/ 0 w 148"/>
              <a:gd name="T107" fmla="*/ 264 h 338"/>
              <a:gd name="T108" fmla="*/ 6 w 148"/>
              <a:gd name="T109" fmla="*/ 293 h 338"/>
              <a:gd name="T110" fmla="*/ 22 w 148"/>
              <a:gd name="T111" fmla="*/ 317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8" h="338">
                <a:moveTo>
                  <a:pt x="22" y="317"/>
                </a:moveTo>
                <a:lnTo>
                  <a:pt x="22" y="317"/>
                </a:lnTo>
                <a:cubicBezTo>
                  <a:pt x="28" y="323"/>
                  <a:pt x="36" y="329"/>
                  <a:pt x="45" y="333"/>
                </a:cubicBezTo>
                <a:cubicBezTo>
                  <a:pt x="54" y="337"/>
                  <a:pt x="64" y="338"/>
                  <a:pt x="74" y="338"/>
                </a:cubicBezTo>
                <a:cubicBezTo>
                  <a:pt x="84" y="338"/>
                  <a:pt x="94" y="337"/>
                  <a:pt x="103" y="333"/>
                </a:cubicBezTo>
                <a:cubicBezTo>
                  <a:pt x="112" y="329"/>
                  <a:pt x="120" y="323"/>
                  <a:pt x="126" y="317"/>
                </a:cubicBezTo>
                <a:cubicBezTo>
                  <a:pt x="133" y="310"/>
                  <a:pt x="138" y="302"/>
                  <a:pt x="142" y="293"/>
                </a:cubicBezTo>
                <a:cubicBezTo>
                  <a:pt x="146" y="284"/>
                  <a:pt x="148" y="275"/>
                  <a:pt x="148" y="264"/>
                </a:cubicBezTo>
                <a:lnTo>
                  <a:pt x="148" y="63"/>
                </a:lnTo>
                <a:lnTo>
                  <a:pt x="127" y="63"/>
                </a:lnTo>
                <a:lnTo>
                  <a:pt x="127" y="264"/>
                </a:lnTo>
                <a:cubicBezTo>
                  <a:pt x="127" y="272"/>
                  <a:pt x="125" y="279"/>
                  <a:pt x="123" y="285"/>
                </a:cubicBezTo>
                <a:cubicBezTo>
                  <a:pt x="120" y="291"/>
                  <a:pt x="116" y="297"/>
                  <a:pt x="111" y="302"/>
                </a:cubicBezTo>
                <a:cubicBezTo>
                  <a:pt x="106" y="306"/>
                  <a:pt x="101" y="310"/>
                  <a:pt x="94" y="313"/>
                </a:cubicBezTo>
                <a:cubicBezTo>
                  <a:pt x="88" y="316"/>
                  <a:pt x="81" y="317"/>
                  <a:pt x="74" y="317"/>
                </a:cubicBezTo>
                <a:cubicBezTo>
                  <a:pt x="67" y="317"/>
                  <a:pt x="60" y="316"/>
                  <a:pt x="53" y="313"/>
                </a:cubicBezTo>
                <a:cubicBezTo>
                  <a:pt x="47" y="310"/>
                  <a:pt x="41" y="306"/>
                  <a:pt x="37" y="302"/>
                </a:cubicBezTo>
                <a:cubicBezTo>
                  <a:pt x="32" y="297"/>
                  <a:pt x="28" y="291"/>
                  <a:pt x="25" y="285"/>
                </a:cubicBezTo>
                <a:cubicBezTo>
                  <a:pt x="22" y="279"/>
                  <a:pt x="21" y="272"/>
                  <a:pt x="21" y="264"/>
                </a:cubicBezTo>
                <a:lnTo>
                  <a:pt x="21" y="53"/>
                </a:lnTo>
                <a:cubicBezTo>
                  <a:pt x="21" y="48"/>
                  <a:pt x="22" y="44"/>
                  <a:pt x="23" y="40"/>
                </a:cubicBezTo>
                <a:cubicBezTo>
                  <a:pt x="25" y="37"/>
                  <a:pt x="27" y="33"/>
                  <a:pt x="30" y="30"/>
                </a:cubicBezTo>
                <a:cubicBezTo>
                  <a:pt x="33" y="27"/>
                  <a:pt x="36" y="25"/>
                  <a:pt x="40" y="24"/>
                </a:cubicBezTo>
                <a:cubicBezTo>
                  <a:pt x="44" y="22"/>
                  <a:pt x="48" y="21"/>
                  <a:pt x="53" y="21"/>
                </a:cubicBezTo>
                <a:cubicBezTo>
                  <a:pt x="57" y="21"/>
                  <a:pt x="61" y="22"/>
                  <a:pt x="65" y="24"/>
                </a:cubicBezTo>
                <a:cubicBezTo>
                  <a:pt x="69" y="25"/>
                  <a:pt x="72" y="27"/>
                  <a:pt x="75" y="30"/>
                </a:cubicBezTo>
                <a:cubicBezTo>
                  <a:pt x="78" y="33"/>
                  <a:pt x="80" y="37"/>
                  <a:pt x="82" y="40"/>
                </a:cubicBezTo>
                <a:cubicBezTo>
                  <a:pt x="84" y="44"/>
                  <a:pt x="84" y="48"/>
                  <a:pt x="84" y="53"/>
                </a:cubicBezTo>
                <a:lnTo>
                  <a:pt x="84" y="264"/>
                </a:lnTo>
                <a:cubicBezTo>
                  <a:pt x="84" y="267"/>
                  <a:pt x="83" y="270"/>
                  <a:pt x="81" y="272"/>
                </a:cubicBezTo>
                <a:cubicBezTo>
                  <a:pt x="79" y="274"/>
                  <a:pt x="77" y="275"/>
                  <a:pt x="74" y="275"/>
                </a:cubicBezTo>
                <a:cubicBezTo>
                  <a:pt x="71" y="275"/>
                  <a:pt x="68" y="274"/>
                  <a:pt x="66" y="272"/>
                </a:cubicBezTo>
                <a:cubicBezTo>
                  <a:pt x="64" y="270"/>
                  <a:pt x="63" y="267"/>
                  <a:pt x="63" y="264"/>
                </a:cubicBezTo>
                <a:lnTo>
                  <a:pt x="63" y="85"/>
                </a:lnTo>
                <a:lnTo>
                  <a:pt x="42" y="85"/>
                </a:lnTo>
                <a:lnTo>
                  <a:pt x="42" y="264"/>
                </a:lnTo>
                <a:cubicBezTo>
                  <a:pt x="42" y="269"/>
                  <a:pt x="43" y="273"/>
                  <a:pt x="45" y="277"/>
                </a:cubicBezTo>
                <a:cubicBezTo>
                  <a:pt x="46" y="281"/>
                  <a:pt x="48" y="284"/>
                  <a:pt x="51" y="287"/>
                </a:cubicBezTo>
                <a:cubicBezTo>
                  <a:pt x="54" y="290"/>
                  <a:pt x="58" y="292"/>
                  <a:pt x="61" y="294"/>
                </a:cubicBezTo>
                <a:cubicBezTo>
                  <a:pt x="65" y="295"/>
                  <a:pt x="69" y="296"/>
                  <a:pt x="74" y="296"/>
                </a:cubicBezTo>
                <a:cubicBezTo>
                  <a:pt x="78" y="296"/>
                  <a:pt x="82" y="295"/>
                  <a:pt x="86" y="294"/>
                </a:cubicBezTo>
                <a:cubicBezTo>
                  <a:pt x="90" y="292"/>
                  <a:pt x="93" y="290"/>
                  <a:pt x="96" y="287"/>
                </a:cubicBezTo>
                <a:cubicBezTo>
                  <a:pt x="99" y="284"/>
                  <a:pt x="101" y="281"/>
                  <a:pt x="103" y="277"/>
                </a:cubicBezTo>
                <a:cubicBezTo>
                  <a:pt x="105" y="273"/>
                  <a:pt x="106" y="269"/>
                  <a:pt x="106" y="264"/>
                </a:cubicBezTo>
                <a:lnTo>
                  <a:pt x="106" y="53"/>
                </a:lnTo>
                <a:cubicBezTo>
                  <a:pt x="106" y="45"/>
                  <a:pt x="104" y="39"/>
                  <a:pt x="101" y="32"/>
                </a:cubicBezTo>
                <a:cubicBezTo>
                  <a:pt x="99" y="26"/>
                  <a:pt x="95" y="20"/>
                  <a:pt x="90" y="15"/>
                </a:cubicBezTo>
                <a:cubicBezTo>
                  <a:pt x="85" y="11"/>
                  <a:pt x="80" y="7"/>
                  <a:pt x="73" y="4"/>
                </a:cubicBezTo>
                <a:cubicBezTo>
                  <a:pt x="67" y="1"/>
                  <a:pt x="60" y="0"/>
                  <a:pt x="53" y="0"/>
                </a:cubicBezTo>
                <a:cubicBezTo>
                  <a:pt x="45" y="0"/>
                  <a:pt x="39" y="1"/>
                  <a:pt x="32" y="4"/>
                </a:cubicBezTo>
                <a:cubicBezTo>
                  <a:pt x="26" y="7"/>
                  <a:pt x="20" y="11"/>
                  <a:pt x="15" y="15"/>
                </a:cubicBezTo>
                <a:cubicBezTo>
                  <a:pt x="11" y="20"/>
                  <a:pt x="7" y="26"/>
                  <a:pt x="4" y="32"/>
                </a:cubicBezTo>
                <a:cubicBezTo>
                  <a:pt x="1" y="39"/>
                  <a:pt x="0" y="45"/>
                  <a:pt x="0" y="53"/>
                </a:cubicBezTo>
                <a:lnTo>
                  <a:pt x="0" y="264"/>
                </a:lnTo>
                <a:cubicBezTo>
                  <a:pt x="0" y="275"/>
                  <a:pt x="2" y="284"/>
                  <a:pt x="6" y="293"/>
                </a:cubicBezTo>
                <a:cubicBezTo>
                  <a:pt x="10" y="302"/>
                  <a:pt x="15" y="310"/>
                  <a:pt x="22" y="317"/>
                </a:cubicBezTo>
                <a:close/>
              </a:path>
            </a:pathLst>
          </a:custGeom>
          <a:solidFill>
            <a:schemeClr val="bg2">
              <a:lumMod val="50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17" name="Freeform: Shape 647" descr="Arrow going downwards">
            <a:extLst>
              <a:ext uri="{FF2B5EF4-FFF2-40B4-BE49-F238E27FC236}">
                <a16:creationId xmlns:a16="http://schemas.microsoft.com/office/drawing/2014/main" id="{9E30E00B-F425-05A6-3F6D-4ECE891CCE11}"/>
              </a:ext>
            </a:extLst>
          </p:cNvPr>
          <p:cNvSpPr/>
          <p:nvPr/>
        </p:nvSpPr>
        <p:spPr bwMode="auto">
          <a:xfrm>
            <a:off x="1864439" y="2560269"/>
            <a:ext cx="331126" cy="979152"/>
          </a:xfrm>
          <a:custGeom>
            <a:avLst/>
            <a:gdLst>
              <a:gd name="connsiteX0" fmla="*/ 0 w 219075"/>
              <a:gd name="connsiteY0" fmla="*/ 0 h 804862"/>
              <a:gd name="connsiteX1" fmla="*/ 219075 w 219075"/>
              <a:gd name="connsiteY1" fmla="*/ 0 h 804862"/>
              <a:gd name="connsiteX2" fmla="*/ 219075 w 219075"/>
              <a:gd name="connsiteY2" fmla="*/ 804862 h 8048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9075" h="804862">
                <a:moveTo>
                  <a:pt x="0" y="0"/>
                </a:moveTo>
                <a:lnTo>
                  <a:pt x="219075" y="0"/>
                </a:lnTo>
                <a:lnTo>
                  <a:pt x="219075" y="804862"/>
                </a:lnTo>
              </a:path>
            </a:pathLst>
          </a:cu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18" name="Connector: Elbow 637" descr="Arrow going right">
            <a:extLst>
              <a:ext uri="{FF2B5EF4-FFF2-40B4-BE49-F238E27FC236}">
                <a16:creationId xmlns:a16="http://schemas.microsoft.com/office/drawing/2014/main" id="{A9172DAF-46FB-8996-32C6-3A64E75B4222}"/>
              </a:ext>
            </a:extLst>
          </p:cNvPr>
          <p:cNvCxnSpPr>
            <a:cxnSpLocks/>
            <a:stCxn id="11" idx="4"/>
            <a:endCxn id="20" idx="2"/>
          </p:cNvCxnSpPr>
          <p:nvPr/>
        </p:nvCxnSpPr>
        <p:spPr>
          <a:xfrm rot="16200000" flipH="1">
            <a:off x="447996" y="2895168"/>
            <a:ext cx="707289" cy="586142"/>
          </a:xfrm>
          <a:prstGeom prst="bentConnector2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638">
            <a:extLst>
              <a:ext uri="{FF2B5EF4-FFF2-40B4-BE49-F238E27FC236}">
                <a16:creationId xmlns:a16="http://schemas.microsoft.com/office/drawing/2014/main" id="{C2BF7422-ECFD-B41B-3B98-0FD3BBD5BEA0}"/>
              </a:ext>
            </a:extLst>
          </p:cNvPr>
          <p:cNvSpPr txBox="1"/>
          <p:nvPr/>
        </p:nvSpPr>
        <p:spPr>
          <a:xfrm>
            <a:off x="945246" y="2925740"/>
            <a:ext cx="847547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Click a URL </a:t>
            </a:r>
          </a:p>
        </p:txBody>
      </p:sp>
      <p:sp>
        <p:nvSpPr>
          <p:cNvPr id="20" name="Oval 144">
            <a:extLst>
              <a:ext uri="{FF2B5EF4-FFF2-40B4-BE49-F238E27FC236}">
                <a16:creationId xmlns:a16="http://schemas.microsoft.com/office/drawing/2014/main" id="{95AFA01F-B6D6-AD1F-6523-7036FED1D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94711" y="3267564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1" name="Freeform 15" descr="Icon of a mouse cursor">
            <a:extLst>
              <a:ext uri="{FF2B5EF4-FFF2-40B4-BE49-F238E27FC236}">
                <a16:creationId xmlns:a16="http://schemas.microsoft.com/office/drawing/2014/main" id="{50DC3C34-2825-959F-AED8-FD093B9B633F}"/>
              </a:ext>
            </a:extLst>
          </p:cNvPr>
          <p:cNvSpPr>
            <a:spLocks/>
          </p:cNvSpPr>
          <p:nvPr/>
        </p:nvSpPr>
        <p:spPr bwMode="auto">
          <a:xfrm>
            <a:off x="1313233" y="3419877"/>
            <a:ext cx="158670" cy="254914"/>
          </a:xfrm>
          <a:custGeom>
            <a:avLst/>
            <a:gdLst>
              <a:gd name="T0" fmla="*/ 89 w 120"/>
              <a:gd name="T1" fmla="*/ 182 h 193"/>
              <a:gd name="T2" fmla="*/ 89 w 120"/>
              <a:gd name="T3" fmla="*/ 182 h 193"/>
              <a:gd name="T4" fmla="*/ 61 w 120"/>
              <a:gd name="T5" fmla="*/ 120 h 193"/>
              <a:gd name="T6" fmla="*/ 120 w 120"/>
              <a:gd name="T7" fmla="*/ 120 h 193"/>
              <a:gd name="T8" fmla="*/ 0 w 120"/>
              <a:gd name="T9" fmla="*/ 0 h 193"/>
              <a:gd name="T10" fmla="*/ 0 w 120"/>
              <a:gd name="T11" fmla="*/ 168 h 193"/>
              <a:gd name="T12" fmla="*/ 37 w 120"/>
              <a:gd name="T13" fmla="*/ 131 h 193"/>
              <a:gd name="T14" fmla="*/ 65 w 120"/>
              <a:gd name="T15" fmla="*/ 193 h 193"/>
              <a:gd name="T16" fmla="*/ 89 w 120"/>
              <a:gd name="T17" fmla="*/ 182 h 19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0" h="193">
                <a:moveTo>
                  <a:pt x="89" y="182"/>
                </a:moveTo>
                <a:lnTo>
                  <a:pt x="89" y="182"/>
                </a:lnTo>
                <a:lnTo>
                  <a:pt x="61" y="120"/>
                </a:lnTo>
                <a:lnTo>
                  <a:pt x="120" y="120"/>
                </a:lnTo>
                <a:lnTo>
                  <a:pt x="0" y="0"/>
                </a:lnTo>
                <a:lnTo>
                  <a:pt x="0" y="168"/>
                </a:lnTo>
                <a:lnTo>
                  <a:pt x="37" y="131"/>
                </a:lnTo>
                <a:lnTo>
                  <a:pt x="65" y="193"/>
                </a:lnTo>
                <a:lnTo>
                  <a:pt x="89" y="182"/>
                </a:lnTo>
                <a:close/>
              </a:path>
            </a:pathLst>
          </a:custGeom>
          <a:solidFill>
            <a:srgbClr val="0078D4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24" name="TextBox 642">
            <a:extLst>
              <a:ext uri="{FF2B5EF4-FFF2-40B4-BE49-F238E27FC236}">
                <a16:creationId xmlns:a16="http://schemas.microsoft.com/office/drawing/2014/main" id="{E01291C2-617A-883B-9896-9289F03AD8B4}"/>
              </a:ext>
            </a:extLst>
          </p:cNvPr>
          <p:cNvSpPr txBox="1"/>
          <p:nvPr/>
        </p:nvSpPr>
        <p:spPr>
          <a:xfrm>
            <a:off x="124203" y="3590388"/>
            <a:ext cx="839014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Browse 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 website</a:t>
            </a:r>
          </a:p>
        </p:txBody>
      </p:sp>
      <p:sp>
        <p:nvSpPr>
          <p:cNvPr id="25" name="Oval 147">
            <a:extLst>
              <a:ext uri="{FF2B5EF4-FFF2-40B4-BE49-F238E27FC236}">
                <a16:creationId xmlns:a16="http://schemas.microsoft.com/office/drawing/2014/main" id="{8B2D0274-DA84-F19C-ADF9-CC4078D28E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7104" y="4059845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26" name="Freeform: Shape 641" descr="Arrow going upwards">
            <a:extLst>
              <a:ext uri="{FF2B5EF4-FFF2-40B4-BE49-F238E27FC236}">
                <a16:creationId xmlns:a16="http://schemas.microsoft.com/office/drawing/2014/main" id="{66AD1EE3-5B94-E869-6AB7-1AA9883EC0F3}"/>
              </a:ext>
            </a:extLst>
          </p:cNvPr>
          <p:cNvSpPr/>
          <p:nvPr/>
        </p:nvSpPr>
        <p:spPr bwMode="auto">
          <a:xfrm>
            <a:off x="839926" y="3539421"/>
            <a:ext cx="1247775" cy="809815"/>
          </a:xfrm>
          <a:custGeom>
            <a:avLst/>
            <a:gdLst>
              <a:gd name="connsiteX0" fmla="*/ 0 w 1247775"/>
              <a:gd name="connsiteY0" fmla="*/ 690563 h 690563"/>
              <a:gd name="connsiteX1" fmla="*/ 1247775 w 1247775"/>
              <a:gd name="connsiteY1" fmla="*/ 690563 h 690563"/>
              <a:gd name="connsiteX2" fmla="*/ 1247775 w 1247775"/>
              <a:gd name="connsiteY2" fmla="*/ 0 h 690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7775" h="690563">
                <a:moveTo>
                  <a:pt x="0" y="690563"/>
                </a:moveTo>
                <a:lnTo>
                  <a:pt x="1247775" y="690563"/>
                </a:lnTo>
                <a:lnTo>
                  <a:pt x="1247775" y="0"/>
                </a:lnTo>
              </a:path>
            </a:pathLst>
          </a:cu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27" name="Straight Arrow Connector 648" descr="Arrow going right">
            <a:extLst>
              <a:ext uri="{FF2B5EF4-FFF2-40B4-BE49-F238E27FC236}">
                <a16:creationId xmlns:a16="http://schemas.microsoft.com/office/drawing/2014/main" id="{B4AE082F-1A4E-DE53-244B-BE9A37172B6B}"/>
              </a:ext>
            </a:extLst>
          </p:cNvPr>
          <p:cNvCxnSpPr>
            <a:cxnSpLocks/>
            <a:endCxn id="29" idx="2"/>
          </p:cNvCxnSpPr>
          <p:nvPr/>
        </p:nvCxnSpPr>
        <p:spPr>
          <a:xfrm>
            <a:off x="1686218" y="3541884"/>
            <a:ext cx="1233371" cy="0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649">
            <a:extLst>
              <a:ext uri="{FF2B5EF4-FFF2-40B4-BE49-F238E27FC236}">
                <a16:creationId xmlns:a16="http://schemas.microsoft.com/office/drawing/2014/main" id="{CDB72F89-1BD4-8DF3-C888-328831050034}"/>
              </a:ext>
            </a:extLst>
          </p:cNvPr>
          <p:cNvSpPr txBox="1"/>
          <p:nvPr/>
        </p:nvSpPr>
        <p:spPr>
          <a:xfrm>
            <a:off x="2667158" y="2802228"/>
            <a:ext cx="111270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Exploitation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and Installation</a:t>
            </a:r>
          </a:p>
        </p:txBody>
      </p:sp>
      <p:sp>
        <p:nvSpPr>
          <p:cNvPr id="29" name="Oval 151">
            <a:extLst>
              <a:ext uri="{FF2B5EF4-FFF2-40B4-BE49-F238E27FC236}">
                <a16:creationId xmlns:a16="http://schemas.microsoft.com/office/drawing/2014/main" id="{C8388388-FFEB-6653-97B6-453550DCC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919589" y="3267564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30" name="Picture 651" descr="Icon of a computer screen with an arrow on top">
            <a:extLst>
              <a:ext uri="{FF2B5EF4-FFF2-40B4-BE49-F238E27FC236}">
                <a16:creationId xmlns:a16="http://schemas.microsoft.com/office/drawing/2014/main" id="{EDE001A9-D4B0-5147-FA62-48DE19332D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2365" y="3386436"/>
            <a:ext cx="323088" cy="310896"/>
          </a:xfrm>
          <a:prstGeom prst="rect">
            <a:avLst/>
          </a:prstGeom>
        </p:spPr>
      </p:pic>
      <p:cxnSp>
        <p:nvCxnSpPr>
          <p:cNvPr id="31" name="Straight Arrow Connector 652" descr="Arrow going right">
            <a:extLst>
              <a:ext uri="{FF2B5EF4-FFF2-40B4-BE49-F238E27FC236}">
                <a16:creationId xmlns:a16="http://schemas.microsoft.com/office/drawing/2014/main" id="{E389DA82-2E1E-D80D-45FB-6E40C51A2A9C}"/>
              </a:ext>
            </a:extLst>
          </p:cNvPr>
          <p:cNvCxnSpPr>
            <a:cxnSpLocks/>
            <a:stCxn id="29" idx="6"/>
            <a:endCxn id="33" idx="2"/>
          </p:cNvCxnSpPr>
          <p:nvPr/>
        </p:nvCxnSpPr>
        <p:spPr>
          <a:xfrm>
            <a:off x="3468229" y="3541884"/>
            <a:ext cx="660966" cy="0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653">
            <a:extLst>
              <a:ext uri="{FF2B5EF4-FFF2-40B4-BE49-F238E27FC236}">
                <a16:creationId xmlns:a16="http://schemas.microsoft.com/office/drawing/2014/main" id="{2D49DA92-D938-6C30-26D1-29201CA93308}"/>
              </a:ext>
            </a:extLst>
          </p:cNvPr>
          <p:cNvSpPr txBox="1"/>
          <p:nvPr/>
        </p:nvSpPr>
        <p:spPr>
          <a:xfrm>
            <a:off x="3972604" y="2813635"/>
            <a:ext cx="907473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Command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and Control </a:t>
            </a:r>
          </a:p>
        </p:txBody>
      </p:sp>
      <p:sp>
        <p:nvSpPr>
          <p:cNvPr id="33" name="Oval 155">
            <a:extLst>
              <a:ext uri="{FF2B5EF4-FFF2-40B4-BE49-F238E27FC236}">
                <a16:creationId xmlns:a16="http://schemas.microsoft.com/office/drawing/2014/main" id="{FB03677F-E7CF-5252-761D-54A0D95C9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129195" y="3267564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34" name="Picture 655" descr="Icon of a mobile tower">
            <a:extLst>
              <a:ext uri="{FF2B5EF4-FFF2-40B4-BE49-F238E27FC236}">
                <a16:creationId xmlns:a16="http://schemas.microsoft.com/office/drawing/2014/main" id="{B9D38E8F-9DEE-43CE-8AFC-70CADB9E7D5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163" y="3384150"/>
            <a:ext cx="298704" cy="315468"/>
          </a:xfrm>
          <a:prstGeom prst="rect">
            <a:avLst/>
          </a:prstGeom>
        </p:spPr>
      </p:pic>
      <p:sp>
        <p:nvSpPr>
          <p:cNvPr id="35" name="Rectangle 656">
            <a:hlinkClick r:id="rId11" tooltip="Microsoft Entra ID Protection (formerly Azure AD Identity Protection) provides you with a consolidated view into risk events and potential vulnerabilities affecting your organization’s identities."/>
            <a:extLst>
              <a:ext uri="{FF2B5EF4-FFF2-40B4-BE49-F238E27FC236}">
                <a16:creationId xmlns:a16="http://schemas.microsoft.com/office/drawing/2014/main" id="{4B108B76-7713-2551-365E-CEB4329D4C27}"/>
              </a:ext>
            </a:extLst>
          </p:cNvPr>
          <p:cNvSpPr/>
          <p:nvPr/>
        </p:nvSpPr>
        <p:spPr bwMode="auto">
          <a:xfrm>
            <a:off x="6335621" y="1147354"/>
            <a:ext cx="2472122" cy="14424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34" tIns="91440" rIns="179234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Microsoft Entra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ID Protection</a:t>
            </a:r>
          </a:p>
        </p:txBody>
      </p:sp>
      <p:sp>
        <p:nvSpPr>
          <p:cNvPr id="36" name="TextBox 657">
            <a:extLst>
              <a:ext uri="{FF2B5EF4-FFF2-40B4-BE49-F238E27FC236}">
                <a16:creationId xmlns:a16="http://schemas.microsoft.com/office/drawing/2014/main" id="{7C646641-93EF-B9BE-C748-748DAB86FBD0}"/>
              </a:ext>
            </a:extLst>
          </p:cNvPr>
          <p:cNvSpPr txBox="1"/>
          <p:nvPr/>
        </p:nvSpPr>
        <p:spPr>
          <a:xfrm>
            <a:off x="7260371" y="1923969"/>
            <a:ext cx="1506039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l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Brute force account or use stolen account credentials</a:t>
            </a:r>
          </a:p>
        </p:txBody>
      </p:sp>
      <p:cxnSp>
        <p:nvCxnSpPr>
          <p:cNvPr id="37" name="Straight Arrow Connector 661" descr="Arrow going right">
            <a:extLst>
              <a:ext uri="{FF2B5EF4-FFF2-40B4-BE49-F238E27FC236}">
                <a16:creationId xmlns:a16="http://schemas.microsoft.com/office/drawing/2014/main" id="{C8D22805-1480-1760-BBE8-FE53A2457158}"/>
              </a:ext>
            </a:extLst>
          </p:cNvPr>
          <p:cNvCxnSpPr>
            <a:cxnSpLocks/>
            <a:stCxn id="33" idx="6"/>
          </p:cNvCxnSpPr>
          <p:nvPr/>
        </p:nvCxnSpPr>
        <p:spPr>
          <a:xfrm>
            <a:off x="4677835" y="3541884"/>
            <a:ext cx="1953549" cy="0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663">
            <a:extLst>
              <a:ext uri="{FF2B5EF4-FFF2-40B4-BE49-F238E27FC236}">
                <a16:creationId xmlns:a16="http://schemas.microsoft.com/office/drawing/2014/main" id="{58233B2E-F244-8AA2-2684-6C46534B3464}"/>
              </a:ext>
            </a:extLst>
          </p:cNvPr>
          <p:cNvSpPr txBox="1"/>
          <p:nvPr/>
        </p:nvSpPr>
        <p:spPr>
          <a:xfrm>
            <a:off x="7166468" y="2958274"/>
            <a:ext cx="1074685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User account is compromised</a:t>
            </a:r>
          </a:p>
        </p:txBody>
      </p:sp>
      <p:cxnSp>
        <p:nvCxnSpPr>
          <p:cNvPr id="39" name="Straight Arrow Connector 666" descr="Arrow going right">
            <a:extLst>
              <a:ext uri="{FF2B5EF4-FFF2-40B4-BE49-F238E27FC236}">
                <a16:creationId xmlns:a16="http://schemas.microsoft.com/office/drawing/2014/main" id="{3A39052C-E375-1CB4-A300-ABE9EC271929}"/>
              </a:ext>
            </a:extLst>
          </p:cNvPr>
          <p:cNvCxnSpPr>
            <a:cxnSpLocks/>
          </p:cNvCxnSpPr>
          <p:nvPr/>
        </p:nvCxnSpPr>
        <p:spPr>
          <a:xfrm>
            <a:off x="7180024" y="3468859"/>
            <a:ext cx="1326786" cy="0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Oval 162">
            <a:extLst>
              <a:ext uri="{FF2B5EF4-FFF2-40B4-BE49-F238E27FC236}">
                <a16:creationId xmlns:a16="http://schemas.microsoft.com/office/drawing/2014/main" id="{C98B2CB6-6F62-1907-204D-32491BEF1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506810" y="3194539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41" name="Picture 669" descr="Icon of data security">
            <a:extLst>
              <a:ext uri="{FF2B5EF4-FFF2-40B4-BE49-F238E27FC236}">
                <a16:creationId xmlns:a16="http://schemas.microsoft.com/office/drawing/2014/main" id="{E9C8926B-C037-AEEB-1188-E53C62FD10A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33302" y="3295885"/>
            <a:ext cx="295656" cy="345948"/>
          </a:xfrm>
          <a:prstGeom prst="rect">
            <a:avLst/>
          </a:prstGeom>
        </p:spPr>
      </p:pic>
      <p:sp>
        <p:nvSpPr>
          <p:cNvPr id="42" name="TextBox 668">
            <a:extLst>
              <a:ext uri="{FF2B5EF4-FFF2-40B4-BE49-F238E27FC236}">
                <a16:creationId xmlns:a16="http://schemas.microsoft.com/office/drawing/2014/main" id="{E9D15830-BA14-1639-2175-CE9BC7CF3039}"/>
              </a:ext>
            </a:extLst>
          </p:cNvPr>
          <p:cNvSpPr txBox="1"/>
          <p:nvPr/>
        </p:nvSpPr>
        <p:spPr>
          <a:xfrm>
            <a:off x="8964884" y="2757598"/>
            <a:ext cx="1460754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Attacker collects</a:t>
            </a:r>
            <a:b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</a:b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reconnaissance &amp; configuration data</a:t>
            </a:r>
          </a:p>
        </p:txBody>
      </p:sp>
      <p:sp>
        <p:nvSpPr>
          <p:cNvPr id="43" name="Oval 165">
            <a:extLst>
              <a:ext uri="{FF2B5EF4-FFF2-40B4-BE49-F238E27FC236}">
                <a16:creationId xmlns:a16="http://schemas.microsoft.com/office/drawing/2014/main" id="{00511F3D-BE24-46AB-050C-D1709FA9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395351" y="3678805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44" name="Picture 672" descr="Icon of three circles connected together">
            <a:extLst>
              <a:ext uri="{FF2B5EF4-FFF2-40B4-BE49-F238E27FC236}">
                <a16:creationId xmlns:a16="http://schemas.microsoft.com/office/drawing/2014/main" id="{751874C0-DA00-59E0-83CB-FEE28AA170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1175" y="3795391"/>
            <a:ext cx="316992" cy="315468"/>
          </a:xfrm>
          <a:prstGeom prst="rect">
            <a:avLst/>
          </a:prstGeom>
        </p:spPr>
      </p:pic>
      <p:sp>
        <p:nvSpPr>
          <p:cNvPr id="45" name="TextBox 673">
            <a:extLst>
              <a:ext uri="{FF2B5EF4-FFF2-40B4-BE49-F238E27FC236}">
                <a16:creationId xmlns:a16="http://schemas.microsoft.com/office/drawing/2014/main" id="{BC57BA7F-40A3-7DFF-D595-04E1363FCBDA}"/>
              </a:ext>
            </a:extLst>
          </p:cNvPr>
          <p:cNvSpPr txBox="1"/>
          <p:nvPr/>
        </p:nvSpPr>
        <p:spPr>
          <a:xfrm>
            <a:off x="7951777" y="3950165"/>
            <a:ext cx="133907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Attacker attempts lateral movement </a:t>
            </a:r>
          </a:p>
        </p:txBody>
      </p:sp>
      <p:cxnSp>
        <p:nvCxnSpPr>
          <p:cNvPr id="46" name="Connector: Elbow 674" descr="Arrow going right">
            <a:extLst>
              <a:ext uri="{FF2B5EF4-FFF2-40B4-BE49-F238E27FC236}">
                <a16:creationId xmlns:a16="http://schemas.microsoft.com/office/drawing/2014/main" id="{49DEDAFD-6BE9-9D5E-87CF-DE6F3B31B57B}"/>
              </a:ext>
            </a:extLst>
          </p:cNvPr>
          <p:cNvCxnSpPr>
            <a:cxnSpLocks/>
            <a:stCxn id="43" idx="6"/>
          </p:cNvCxnSpPr>
          <p:nvPr/>
        </p:nvCxnSpPr>
        <p:spPr>
          <a:xfrm>
            <a:off x="7943991" y="3953125"/>
            <a:ext cx="2055240" cy="2738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Oval 169">
            <a:extLst>
              <a:ext uri="{FF2B5EF4-FFF2-40B4-BE49-F238E27FC236}">
                <a16:creationId xmlns:a16="http://schemas.microsoft.com/office/drawing/2014/main" id="{45872FA7-B2B4-CFD8-4925-F9144B281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999231" y="3681543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48" name="Picture 676" descr="Icon of a hacker which is compromised">
            <a:extLst>
              <a:ext uri="{FF2B5EF4-FFF2-40B4-BE49-F238E27FC236}">
                <a16:creationId xmlns:a16="http://schemas.microsoft.com/office/drawing/2014/main" id="{F731BD93-A61D-89C3-3F79-105D53521E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06673" y="3795081"/>
            <a:ext cx="333756" cy="321564"/>
          </a:xfrm>
          <a:prstGeom prst="rect">
            <a:avLst/>
          </a:prstGeom>
        </p:spPr>
      </p:pic>
      <p:sp>
        <p:nvSpPr>
          <p:cNvPr id="49" name="TextBox 677">
            <a:extLst>
              <a:ext uri="{FF2B5EF4-FFF2-40B4-BE49-F238E27FC236}">
                <a16:creationId xmlns:a16="http://schemas.microsoft.com/office/drawing/2014/main" id="{7BC25FB6-2A1D-D477-DEDB-DBF2C0DADFAB}"/>
              </a:ext>
            </a:extLst>
          </p:cNvPr>
          <p:cNvSpPr txBox="1"/>
          <p:nvPr/>
        </p:nvSpPr>
        <p:spPr>
          <a:xfrm>
            <a:off x="10219533" y="4253413"/>
            <a:ext cx="133907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Privileged account compromised</a:t>
            </a:r>
          </a:p>
        </p:txBody>
      </p:sp>
      <p:cxnSp>
        <p:nvCxnSpPr>
          <p:cNvPr id="50" name="Connector: Elbow 679" descr="Arrow going upwards">
            <a:extLst>
              <a:ext uri="{FF2B5EF4-FFF2-40B4-BE49-F238E27FC236}">
                <a16:creationId xmlns:a16="http://schemas.microsoft.com/office/drawing/2014/main" id="{5EB5C6E0-76B3-F285-E0BA-D88C3B189CEF}"/>
              </a:ext>
            </a:extLst>
          </p:cNvPr>
          <p:cNvCxnSpPr>
            <a:cxnSpLocks/>
            <a:stCxn id="47" idx="6"/>
            <a:endCxn id="51" idx="4"/>
          </p:cNvCxnSpPr>
          <p:nvPr/>
        </p:nvCxnSpPr>
        <p:spPr>
          <a:xfrm flipV="1">
            <a:off x="10547871" y="3737500"/>
            <a:ext cx="544623" cy="218363"/>
          </a:xfrm>
          <a:prstGeom prst="bentConnector2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Oval 173">
            <a:extLst>
              <a:ext uri="{FF2B5EF4-FFF2-40B4-BE49-F238E27FC236}">
                <a16:creationId xmlns:a16="http://schemas.microsoft.com/office/drawing/2014/main" id="{6FC8FE9E-84BB-132C-DA10-ECEA4CAEA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10818174" y="3188860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52" name="Picture 681" descr="Icon of devices with an upward arrow going out from a desktop screen">
            <a:extLst>
              <a:ext uri="{FF2B5EF4-FFF2-40B4-BE49-F238E27FC236}">
                <a16:creationId xmlns:a16="http://schemas.microsoft.com/office/drawing/2014/main" id="{A0EC7112-78CB-FABE-C8C2-04E34A06914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18758" y="3296302"/>
            <a:ext cx="347472" cy="333756"/>
          </a:xfrm>
          <a:prstGeom prst="rect">
            <a:avLst/>
          </a:prstGeom>
        </p:spPr>
      </p:pic>
      <p:sp>
        <p:nvSpPr>
          <p:cNvPr id="53" name="TextBox 682">
            <a:extLst>
              <a:ext uri="{FF2B5EF4-FFF2-40B4-BE49-F238E27FC236}">
                <a16:creationId xmlns:a16="http://schemas.microsoft.com/office/drawing/2014/main" id="{C99F7D70-E6A9-F956-F29F-1266758C3E14}"/>
              </a:ext>
            </a:extLst>
          </p:cNvPr>
          <p:cNvSpPr txBox="1"/>
          <p:nvPr/>
        </p:nvSpPr>
        <p:spPr>
          <a:xfrm>
            <a:off x="10578406" y="2755998"/>
            <a:ext cx="1001786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Domain compromised</a:t>
            </a:r>
          </a:p>
        </p:txBody>
      </p:sp>
      <p:cxnSp>
        <p:nvCxnSpPr>
          <p:cNvPr id="54" name="Connector: Elbow 678" descr="Arrow going upwards">
            <a:extLst>
              <a:ext uri="{FF2B5EF4-FFF2-40B4-BE49-F238E27FC236}">
                <a16:creationId xmlns:a16="http://schemas.microsoft.com/office/drawing/2014/main" id="{56AFA23A-C3EB-778B-1494-3FD40C28CF74}"/>
              </a:ext>
            </a:extLst>
          </p:cNvPr>
          <p:cNvCxnSpPr>
            <a:cxnSpLocks/>
            <a:stCxn id="47" idx="0"/>
          </p:cNvCxnSpPr>
          <p:nvPr/>
        </p:nvCxnSpPr>
        <p:spPr>
          <a:xfrm rot="16200000" flipV="1">
            <a:off x="9558162" y="2966153"/>
            <a:ext cx="212682" cy="1218097"/>
          </a:xfrm>
          <a:prstGeom prst="bentConnector2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683">
            <a:hlinkClick r:id="rId16" tooltip="Cloud App Security provides key XDR capabilities for Security Operations for SaaS applications as well as Shadow IT Risk management, Info Protection / DLP, Session Monitoring &amp; Control, and more"/>
            <a:extLst>
              <a:ext uri="{FF2B5EF4-FFF2-40B4-BE49-F238E27FC236}">
                <a16:creationId xmlns:a16="http://schemas.microsoft.com/office/drawing/2014/main" id="{CD1DF507-9FA4-39E6-C46F-4050BEFED336}"/>
              </a:ext>
            </a:extLst>
          </p:cNvPr>
          <p:cNvSpPr/>
          <p:nvPr/>
        </p:nvSpPr>
        <p:spPr bwMode="auto">
          <a:xfrm>
            <a:off x="8879913" y="1147354"/>
            <a:ext cx="3312087" cy="14350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118872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Defender for </a:t>
            </a:r>
            <a:b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</a:b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Cloud Apps</a:t>
            </a:r>
          </a:p>
        </p:txBody>
      </p:sp>
      <p:cxnSp>
        <p:nvCxnSpPr>
          <p:cNvPr id="56" name="Connector: Elbow 684" descr="Arrow going upwards">
            <a:extLst>
              <a:ext uri="{FF2B5EF4-FFF2-40B4-BE49-F238E27FC236}">
                <a16:creationId xmlns:a16="http://schemas.microsoft.com/office/drawing/2014/main" id="{A1A6BC05-E9F5-1C27-B3C3-06A5EAA59F53}"/>
              </a:ext>
            </a:extLst>
          </p:cNvPr>
          <p:cNvCxnSpPr>
            <a:cxnSpLocks/>
            <a:endCxn id="57" idx="4"/>
          </p:cNvCxnSpPr>
          <p:nvPr/>
        </p:nvCxnSpPr>
        <p:spPr>
          <a:xfrm rot="5400000" flipH="1" flipV="1">
            <a:off x="9128787" y="2085512"/>
            <a:ext cx="761371" cy="1456684"/>
          </a:xfrm>
          <a:prstGeom prst="bentConnector3">
            <a:avLst>
              <a:gd name="adj1" fmla="val 70642"/>
            </a:avLst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179">
            <a:extLst>
              <a:ext uri="{FF2B5EF4-FFF2-40B4-BE49-F238E27FC236}">
                <a16:creationId xmlns:a16="http://schemas.microsoft.com/office/drawing/2014/main" id="{37705A72-345C-CBC1-2647-F2CB0245A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963494" y="1884528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58" name="Picture 686" descr="Icon of data security">
            <a:extLst>
              <a:ext uri="{FF2B5EF4-FFF2-40B4-BE49-F238E27FC236}">
                <a16:creationId xmlns:a16="http://schemas.microsoft.com/office/drawing/2014/main" id="{52E28B78-5B5A-B868-CA2B-F901B10A5057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090748" y="1986636"/>
            <a:ext cx="294132" cy="344424"/>
          </a:xfrm>
          <a:prstGeom prst="rect">
            <a:avLst/>
          </a:prstGeom>
        </p:spPr>
      </p:pic>
      <p:sp>
        <p:nvSpPr>
          <p:cNvPr id="59" name="TextBox 687">
            <a:extLst>
              <a:ext uri="{FF2B5EF4-FFF2-40B4-BE49-F238E27FC236}">
                <a16:creationId xmlns:a16="http://schemas.microsoft.com/office/drawing/2014/main" id="{4F7FF36A-4B5B-2E68-2E7C-B88A78ED680B}"/>
              </a:ext>
            </a:extLst>
          </p:cNvPr>
          <p:cNvSpPr txBox="1"/>
          <p:nvPr/>
        </p:nvSpPr>
        <p:spPr>
          <a:xfrm>
            <a:off x="9024254" y="1907699"/>
            <a:ext cx="1124632" cy="646331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l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Attacker accesses sensitive data</a:t>
            </a:r>
          </a:p>
        </p:txBody>
      </p:sp>
      <p:cxnSp>
        <p:nvCxnSpPr>
          <p:cNvPr id="60" name="Connector: Elbow 688" descr="Arrow going right">
            <a:extLst>
              <a:ext uri="{FF2B5EF4-FFF2-40B4-BE49-F238E27FC236}">
                <a16:creationId xmlns:a16="http://schemas.microsoft.com/office/drawing/2014/main" id="{D36E4044-AED3-C22A-AE58-E2378DB09BA6}"/>
              </a:ext>
            </a:extLst>
          </p:cNvPr>
          <p:cNvCxnSpPr>
            <a:cxnSpLocks/>
            <a:stCxn id="57" idx="6"/>
          </p:cNvCxnSpPr>
          <p:nvPr/>
        </p:nvCxnSpPr>
        <p:spPr>
          <a:xfrm flipV="1">
            <a:off x="10512134" y="1750716"/>
            <a:ext cx="685981" cy="408132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689" descr="Icon of a hacker inside a cloud">
            <a:extLst>
              <a:ext uri="{FF2B5EF4-FFF2-40B4-BE49-F238E27FC236}">
                <a16:creationId xmlns:a16="http://schemas.microsoft.com/office/drawing/2014/main" id="{01D9A39A-1B99-B095-A55F-151D42F0311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173133" y="1338050"/>
            <a:ext cx="888492" cy="633984"/>
          </a:xfrm>
          <a:prstGeom prst="rect">
            <a:avLst/>
          </a:prstGeom>
        </p:spPr>
      </p:pic>
      <p:sp>
        <p:nvSpPr>
          <p:cNvPr id="62" name="TextBox 690">
            <a:extLst>
              <a:ext uri="{FF2B5EF4-FFF2-40B4-BE49-F238E27FC236}">
                <a16:creationId xmlns:a16="http://schemas.microsoft.com/office/drawing/2014/main" id="{242EB3BC-8C78-E4B0-CC7E-BDEB98D5E87E}"/>
              </a:ext>
            </a:extLst>
          </p:cNvPr>
          <p:cNvSpPr txBox="1"/>
          <p:nvPr/>
        </p:nvSpPr>
        <p:spPr>
          <a:xfrm>
            <a:off x="11163350" y="1845065"/>
            <a:ext cx="90805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2874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2874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Exfiltration of data</a:t>
            </a:r>
          </a:p>
        </p:txBody>
      </p:sp>
      <p:sp>
        <p:nvSpPr>
          <p:cNvPr id="63" name="Freeform: Shape 695">
            <a:extLst>
              <a:ext uri="{FF2B5EF4-FFF2-40B4-BE49-F238E27FC236}">
                <a16:creationId xmlns:a16="http://schemas.microsoft.com/office/drawing/2014/main" id="{4A2A58D3-484C-F583-D247-52BDCB55D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4619542"/>
            <a:ext cx="6092067" cy="2246471"/>
          </a:xfrm>
          <a:custGeom>
            <a:avLst/>
            <a:gdLst>
              <a:gd name="connsiteX0" fmla="*/ 5762159 w 6092067"/>
              <a:gd name="connsiteY0" fmla="*/ 0 h 2246471"/>
              <a:gd name="connsiteX1" fmla="*/ 5776620 w 6092067"/>
              <a:gd name="connsiteY1" fmla="*/ 26643 h 2246471"/>
              <a:gd name="connsiteX2" fmla="*/ 6018373 w 6092067"/>
              <a:gd name="connsiteY2" fmla="*/ 188628 h 2246471"/>
              <a:gd name="connsiteX3" fmla="*/ 6092067 w 6092067"/>
              <a:gd name="connsiteY3" fmla="*/ 196057 h 2246471"/>
              <a:gd name="connsiteX4" fmla="*/ 6092067 w 6092067"/>
              <a:gd name="connsiteY4" fmla="*/ 2246471 h 2246471"/>
              <a:gd name="connsiteX5" fmla="*/ 0 w 6092067"/>
              <a:gd name="connsiteY5" fmla="*/ 2246471 h 2246471"/>
              <a:gd name="connsiteX6" fmla="*/ 0 w 6092067"/>
              <a:gd name="connsiteY6" fmla="*/ 942891 h 2246471"/>
              <a:gd name="connsiteX7" fmla="*/ 727021 w 6092067"/>
              <a:gd name="connsiteY7" fmla="*/ 725938 h 2246471"/>
              <a:gd name="connsiteX8" fmla="*/ 5698528 w 6092067"/>
              <a:gd name="connsiteY8" fmla="*/ 621 h 22464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2067" h="2246471">
                <a:moveTo>
                  <a:pt x="5762159" y="0"/>
                </a:moveTo>
                <a:lnTo>
                  <a:pt x="5776620" y="26643"/>
                </a:lnTo>
                <a:cubicBezTo>
                  <a:pt x="5831992" y="108604"/>
                  <a:pt x="5918083" y="168106"/>
                  <a:pt x="6018373" y="188628"/>
                </a:cubicBezTo>
                <a:lnTo>
                  <a:pt x="6092067" y="196057"/>
                </a:lnTo>
                <a:lnTo>
                  <a:pt x="6092067" y="2246471"/>
                </a:lnTo>
                <a:lnTo>
                  <a:pt x="0" y="2246471"/>
                </a:lnTo>
                <a:lnTo>
                  <a:pt x="0" y="942891"/>
                </a:lnTo>
                <a:lnTo>
                  <a:pt x="727021" y="725938"/>
                </a:lnTo>
                <a:cubicBezTo>
                  <a:pt x="2314472" y="284933"/>
                  <a:pt x="3980156" y="34191"/>
                  <a:pt x="5698528" y="621"/>
                </a:cubicBezTo>
                <a:close/>
              </a:path>
            </a:pathLst>
          </a:custGeom>
          <a:solidFill>
            <a:schemeClr val="bg1"/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64" name="Rectangle 696">
            <a:extLst>
              <a:ext uri="{FF2B5EF4-FFF2-40B4-BE49-F238E27FC236}">
                <a16:creationId xmlns:a16="http://schemas.microsoft.com/office/drawing/2014/main" id="{BBB27EE9-A17E-3A16-DDB2-2EA1C8535415}"/>
              </a:ext>
            </a:extLst>
          </p:cNvPr>
          <p:cNvSpPr/>
          <p:nvPr/>
        </p:nvSpPr>
        <p:spPr>
          <a:xfrm>
            <a:off x="5038162" y="4963915"/>
            <a:ext cx="796693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Leading </a:t>
            </a:r>
            <a:b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</a:br>
            <a:r>
              <a:rPr kumimoji="0" lang="en-US" sz="1400" b="0" i="1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indicators</a:t>
            </a:r>
          </a:p>
        </p:txBody>
      </p:sp>
      <p:sp>
        <p:nvSpPr>
          <p:cNvPr id="65" name="Oval 187">
            <a:extLst>
              <a:ext uri="{FF2B5EF4-FFF2-40B4-BE49-F238E27FC236}">
                <a16:creationId xmlns:a16="http://schemas.microsoft.com/office/drawing/2014/main" id="{1D6AF4BB-36C5-DF27-A90B-DBA454159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990453" y="5472959"/>
            <a:ext cx="992167" cy="992166"/>
          </a:xfrm>
          <a:prstGeom prst="ellipse">
            <a:avLst/>
          </a:prstGeom>
          <a:gradFill flip="none" rotWithShape="1">
            <a:gsLst>
              <a:gs pos="53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66" name="Picture 699" descr="icon of a user">
            <a:extLst>
              <a:ext uri="{FF2B5EF4-FFF2-40B4-BE49-F238E27FC236}">
                <a16:creationId xmlns:a16="http://schemas.microsoft.com/office/drawing/2014/main" id="{9E46A93A-F934-0890-A2E7-06EEBD562E9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86130" y="5720630"/>
            <a:ext cx="400812" cy="496824"/>
          </a:xfrm>
          <a:prstGeom prst="rect">
            <a:avLst/>
          </a:prstGeom>
        </p:spPr>
      </p:pic>
      <p:sp>
        <p:nvSpPr>
          <p:cNvPr id="67" name="Rectangle 700">
            <a:extLst>
              <a:ext uri="{FF2B5EF4-FFF2-40B4-BE49-F238E27FC236}">
                <a16:creationId xmlns:a16="http://schemas.microsoft.com/office/drawing/2014/main" id="{EFA7E4F7-86C1-F1A4-6B2C-6A54EA909FCF}"/>
              </a:ext>
            </a:extLst>
          </p:cNvPr>
          <p:cNvSpPr/>
          <p:nvPr/>
        </p:nvSpPr>
        <p:spPr>
          <a:xfrm>
            <a:off x="1669605" y="5194805"/>
            <a:ext cx="2103120" cy="27699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History of violations</a:t>
            </a:r>
          </a:p>
        </p:txBody>
      </p:sp>
      <p:sp>
        <p:nvSpPr>
          <p:cNvPr id="68" name="Oval 190">
            <a:extLst>
              <a:ext uri="{FF2B5EF4-FFF2-40B4-BE49-F238E27FC236}">
                <a16:creationId xmlns:a16="http://schemas.microsoft.com/office/drawing/2014/main" id="{A0A180A7-783E-0B4A-257D-7225844A0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882397" y="5129050"/>
            <a:ext cx="548640" cy="548640"/>
          </a:xfrm>
          <a:prstGeom prst="ellipse">
            <a:avLst/>
          </a:prstGeom>
          <a:gradFill flip="none" rotWithShape="1">
            <a:gsLst>
              <a:gs pos="53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69" name="Picture 702" descr="Icon showing no iterations">
            <a:extLst>
              <a:ext uri="{FF2B5EF4-FFF2-40B4-BE49-F238E27FC236}">
                <a16:creationId xmlns:a16="http://schemas.microsoft.com/office/drawing/2014/main" id="{F703AE18-86EF-A7B2-D583-B3D5B684263E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011175" y="5257828"/>
            <a:ext cx="291084" cy="291084"/>
          </a:xfrm>
          <a:prstGeom prst="rect">
            <a:avLst/>
          </a:prstGeom>
        </p:spPr>
      </p:pic>
      <p:sp>
        <p:nvSpPr>
          <p:cNvPr id="70" name="Rectangle 706">
            <a:extLst>
              <a:ext uri="{FF2B5EF4-FFF2-40B4-BE49-F238E27FC236}">
                <a16:creationId xmlns:a16="http://schemas.microsoft.com/office/drawing/2014/main" id="{D4B6E1F3-A04F-09FC-8D27-35DF10A0755A}"/>
              </a:ext>
            </a:extLst>
          </p:cNvPr>
          <p:cNvSpPr/>
          <p:nvPr/>
        </p:nvSpPr>
        <p:spPr>
          <a:xfrm>
            <a:off x="1843634" y="5633028"/>
            <a:ext cx="1602362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Distracted and careless</a:t>
            </a:r>
          </a:p>
        </p:txBody>
      </p:sp>
      <p:sp>
        <p:nvSpPr>
          <p:cNvPr id="71" name="Oval 193">
            <a:extLst>
              <a:ext uri="{FF2B5EF4-FFF2-40B4-BE49-F238E27FC236}">
                <a16:creationId xmlns:a16="http://schemas.microsoft.com/office/drawing/2014/main" id="{F82F9245-12F7-8B78-6318-E35C7762F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52943" y="5462224"/>
            <a:ext cx="548640" cy="548640"/>
          </a:xfrm>
          <a:prstGeom prst="ellipse">
            <a:avLst/>
          </a:prstGeom>
          <a:gradFill flip="none" rotWithShape="1">
            <a:gsLst>
              <a:gs pos="53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72" name="Picture 708" descr="Icon of a stop sign">
            <a:extLst>
              <a:ext uri="{FF2B5EF4-FFF2-40B4-BE49-F238E27FC236}">
                <a16:creationId xmlns:a16="http://schemas.microsoft.com/office/drawing/2014/main" id="{862AE8EA-3CF6-B963-5A07-2B834A89D57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627619" y="5589478"/>
            <a:ext cx="399288" cy="294132"/>
          </a:xfrm>
          <a:prstGeom prst="rect">
            <a:avLst/>
          </a:prstGeom>
        </p:spPr>
      </p:pic>
      <p:sp>
        <p:nvSpPr>
          <p:cNvPr id="73" name="Rectangle 703">
            <a:extLst>
              <a:ext uri="{FF2B5EF4-FFF2-40B4-BE49-F238E27FC236}">
                <a16:creationId xmlns:a16="http://schemas.microsoft.com/office/drawing/2014/main" id="{8022FFC3-0585-6BA3-20CB-5AE7604BD349}"/>
              </a:ext>
            </a:extLst>
          </p:cNvPr>
          <p:cNvSpPr/>
          <p:nvPr/>
        </p:nvSpPr>
        <p:spPr>
          <a:xfrm>
            <a:off x="1471426" y="6071251"/>
            <a:ext cx="1982017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Disgruntled or disenchanted</a:t>
            </a:r>
          </a:p>
        </p:txBody>
      </p:sp>
      <p:sp>
        <p:nvSpPr>
          <p:cNvPr id="74" name="Oval 196">
            <a:extLst>
              <a:ext uri="{FF2B5EF4-FFF2-40B4-BE49-F238E27FC236}">
                <a16:creationId xmlns:a16="http://schemas.microsoft.com/office/drawing/2014/main" id="{D5388694-7FBE-D574-7151-973A11491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533369" y="5911901"/>
            <a:ext cx="548640" cy="548640"/>
          </a:xfrm>
          <a:prstGeom prst="ellipse">
            <a:avLst/>
          </a:prstGeom>
          <a:gradFill flip="none" rotWithShape="1">
            <a:gsLst>
              <a:gs pos="53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75" name="Picture 705" descr="Icon of an angry face">
            <a:extLst>
              <a:ext uri="{FF2B5EF4-FFF2-40B4-BE49-F238E27FC236}">
                <a16:creationId xmlns:a16="http://schemas.microsoft.com/office/drawing/2014/main" id="{C06AAB89-D804-BCD9-FE3B-8887A0B3E08F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653003" y="6031535"/>
            <a:ext cx="309372" cy="309372"/>
          </a:xfrm>
          <a:prstGeom prst="rect">
            <a:avLst/>
          </a:prstGeom>
        </p:spPr>
      </p:pic>
      <p:sp>
        <p:nvSpPr>
          <p:cNvPr id="76" name="TextBox 709">
            <a:extLst>
              <a:ext uri="{FF2B5EF4-FFF2-40B4-BE49-F238E27FC236}">
                <a16:creationId xmlns:a16="http://schemas.microsoft.com/office/drawing/2014/main" id="{FAD3D1CE-1E07-813B-8A2E-56581CD279A4}"/>
              </a:ext>
            </a:extLst>
          </p:cNvPr>
          <p:cNvSpPr txBox="1"/>
          <p:nvPr/>
        </p:nvSpPr>
        <p:spPr>
          <a:xfrm>
            <a:off x="1713147" y="6471368"/>
            <a:ext cx="2103120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Subject to stressors</a:t>
            </a:r>
          </a:p>
        </p:txBody>
      </p:sp>
      <p:sp>
        <p:nvSpPr>
          <p:cNvPr id="77" name="Oval 199">
            <a:extLst>
              <a:ext uri="{FF2B5EF4-FFF2-40B4-BE49-F238E27FC236}">
                <a16:creationId xmlns:a16="http://schemas.microsoft.com/office/drawing/2014/main" id="{BF66B7AE-5BCE-E813-FDD1-68C6D12E0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882397" y="6238648"/>
            <a:ext cx="548640" cy="548640"/>
          </a:xfrm>
          <a:prstGeom prst="ellipse">
            <a:avLst/>
          </a:prstGeom>
          <a:gradFill flip="none" rotWithShape="1">
            <a:gsLst>
              <a:gs pos="53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78" name="Picture 711" descr="Icon of three rectangles on top of one another">
            <a:extLst>
              <a:ext uri="{FF2B5EF4-FFF2-40B4-BE49-F238E27FC236}">
                <a16:creationId xmlns:a16="http://schemas.microsoft.com/office/drawing/2014/main" id="{984164F8-DEFD-E19A-6694-FFE5231D670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956311" y="6365902"/>
            <a:ext cx="400812" cy="294132"/>
          </a:xfrm>
          <a:prstGeom prst="rect">
            <a:avLst/>
          </a:prstGeom>
        </p:spPr>
      </p:pic>
      <p:pic>
        <p:nvPicPr>
          <p:cNvPr id="79" name="Picture 712" descr="icon showing warning">
            <a:extLst>
              <a:ext uri="{FF2B5EF4-FFF2-40B4-BE49-F238E27FC236}">
                <a16:creationId xmlns:a16="http://schemas.microsoft.com/office/drawing/2014/main" id="{7AB1E860-17EB-C298-A628-EEFC54D11D6D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718129" y="5776839"/>
            <a:ext cx="571500" cy="505968"/>
          </a:xfrm>
          <a:prstGeom prst="rect">
            <a:avLst/>
          </a:prstGeom>
        </p:spPr>
      </p:pic>
      <p:sp>
        <p:nvSpPr>
          <p:cNvPr id="80" name="Freeform: Shape 714">
            <a:hlinkClick r:id="rId25" tooltip="Insider risk management in Microsoft 365 helps minimize internal risks by enabling you to detect, investigate, and act on malicious and inadvertent activities in your organization."/>
            <a:extLst>
              <a:ext uri="{FF2B5EF4-FFF2-40B4-BE49-F238E27FC236}">
                <a16:creationId xmlns:a16="http://schemas.microsoft.com/office/drawing/2014/main" id="{1146B19B-E5F7-8D7C-3C56-17AA1B074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607109"/>
            <a:ext cx="12192000" cy="2258904"/>
          </a:xfrm>
          <a:custGeom>
            <a:avLst/>
            <a:gdLst>
              <a:gd name="connsiteX0" fmla="*/ 0 w 12192000"/>
              <a:gd name="connsiteY0" fmla="*/ 942891 h 2246471"/>
              <a:gd name="connsiteX1" fmla="*/ 1 w 12192000"/>
              <a:gd name="connsiteY1" fmla="*/ 942891 h 2246471"/>
              <a:gd name="connsiteX2" fmla="*/ 1 w 12192000"/>
              <a:gd name="connsiteY2" fmla="*/ 2246471 h 2246471"/>
              <a:gd name="connsiteX3" fmla="*/ 0 w 12192000"/>
              <a:gd name="connsiteY3" fmla="*/ 2246471 h 2246471"/>
              <a:gd name="connsiteX4" fmla="*/ 6429833 w 12192000"/>
              <a:gd name="connsiteY4" fmla="*/ 0 h 2246471"/>
              <a:gd name="connsiteX5" fmla="*/ 6493471 w 12192000"/>
              <a:gd name="connsiteY5" fmla="*/ 621 h 2246471"/>
              <a:gd name="connsiteX6" fmla="*/ 12192000 w 12192000"/>
              <a:gd name="connsiteY6" fmla="*/ 942891 h 2246471"/>
              <a:gd name="connsiteX7" fmla="*/ 12192000 w 12192000"/>
              <a:gd name="connsiteY7" fmla="*/ 2246471 h 2246471"/>
              <a:gd name="connsiteX8" fmla="*/ 6092068 w 12192000"/>
              <a:gd name="connsiteY8" fmla="*/ 2246471 h 2246471"/>
              <a:gd name="connsiteX9" fmla="*/ 6092068 w 12192000"/>
              <a:gd name="connsiteY9" fmla="*/ 196058 h 2246471"/>
              <a:gd name="connsiteX10" fmla="*/ 6095996 w 12192000"/>
              <a:gd name="connsiteY10" fmla="*/ 196454 h 2246471"/>
              <a:gd name="connsiteX11" fmla="*/ 6415371 w 12192000"/>
              <a:gd name="connsiteY11" fmla="*/ 26644 h 2246471"/>
              <a:gd name="connsiteX0" fmla="*/ 0 w 12192000"/>
              <a:gd name="connsiteY0" fmla="*/ 1042036 h 2345616"/>
              <a:gd name="connsiteX1" fmla="*/ 1 w 12192000"/>
              <a:gd name="connsiteY1" fmla="*/ 1042036 h 2345616"/>
              <a:gd name="connsiteX2" fmla="*/ 1 w 12192000"/>
              <a:gd name="connsiteY2" fmla="*/ 2345616 h 2345616"/>
              <a:gd name="connsiteX3" fmla="*/ 0 w 12192000"/>
              <a:gd name="connsiteY3" fmla="*/ 2345616 h 2345616"/>
              <a:gd name="connsiteX4" fmla="*/ 0 w 12192000"/>
              <a:gd name="connsiteY4" fmla="*/ 1042036 h 2345616"/>
              <a:gd name="connsiteX5" fmla="*/ 6429833 w 12192000"/>
              <a:gd name="connsiteY5" fmla="*/ 99145 h 2345616"/>
              <a:gd name="connsiteX6" fmla="*/ 6493471 w 12192000"/>
              <a:gd name="connsiteY6" fmla="*/ 99766 h 2345616"/>
              <a:gd name="connsiteX7" fmla="*/ 12192000 w 12192000"/>
              <a:gd name="connsiteY7" fmla="*/ 1042036 h 2345616"/>
              <a:gd name="connsiteX8" fmla="*/ 12192000 w 12192000"/>
              <a:gd name="connsiteY8" fmla="*/ 2345616 h 2345616"/>
              <a:gd name="connsiteX9" fmla="*/ 6092068 w 12192000"/>
              <a:gd name="connsiteY9" fmla="*/ 2345616 h 2345616"/>
              <a:gd name="connsiteX10" fmla="*/ 6092068 w 12192000"/>
              <a:gd name="connsiteY10" fmla="*/ 295203 h 2345616"/>
              <a:gd name="connsiteX11" fmla="*/ 6095996 w 12192000"/>
              <a:gd name="connsiteY11" fmla="*/ 295599 h 2345616"/>
              <a:gd name="connsiteX12" fmla="*/ 6232491 w 12192000"/>
              <a:gd name="connsiteY12" fmla="*/ 483 h 2345616"/>
              <a:gd name="connsiteX13" fmla="*/ 6429833 w 12192000"/>
              <a:gd name="connsiteY13" fmla="*/ 99145 h 2345616"/>
              <a:gd name="connsiteX0" fmla="*/ 0 w 12192000"/>
              <a:gd name="connsiteY0" fmla="*/ 1042036 h 2345616"/>
              <a:gd name="connsiteX1" fmla="*/ 1 w 12192000"/>
              <a:gd name="connsiteY1" fmla="*/ 1042036 h 2345616"/>
              <a:gd name="connsiteX2" fmla="*/ 1 w 12192000"/>
              <a:gd name="connsiteY2" fmla="*/ 2345616 h 2345616"/>
              <a:gd name="connsiteX3" fmla="*/ 0 w 12192000"/>
              <a:gd name="connsiteY3" fmla="*/ 2345616 h 2345616"/>
              <a:gd name="connsiteX4" fmla="*/ 0 w 12192000"/>
              <a:gd name="connsiteY4" fmla="*/ 1042036 h 2345616"/>
              <a:gd name="connsiteX5" fmla="*/ 6429833 w 12192000"/>
              <a:gd name="connsiteY5" fmla="*/ 99145 h 2345616"/>
              <a:gd name="connsiteX6" fmla="*/ 6493471 w 12192000"/>
              <a:gd name="connsiteY6" fmla="*/ 99766 h 2345616"/>
              <a:gd name="connsiteX7" fmla="*/ 12192000 w 12192000"/>
              <a:gd name="connsiteY7" fmla="*/ 1042036 h 2345616"/>
              <a:gd name="connsiteX8" fmla="*/ 12192000 w 12192000"/>
              <a:gd name="connsiteY8" fmla="*/ 2345616 h 2345616"/>
              <a:gd name="connsiteX9" fmla="*/ 6092068 w 12192000"/>
              <a:gd name="connsiteY9" fmla="*/ 2345616 h 2345616"/>
              <a:gd name="connsiteX10" fmla="*/ 6092068 w 12192000"/>
              <a:gd name="connsiteY10" fmla="*/ 295203 h 2345616"/>
              <a:gd name="connsiteX11" fmla="*/ 6113987 w 12192000"/>
              <a:gd name="connsiteY11" fmla="*/ 77582 h 2345616"/>
              <a:gd name="connsiteX12" fmla="*/ 6232491 w 12192000"/>
              <a:gd name="connsiteY12" fmla="*/ 483 h 2345616"/>
              <a:gd name="connsiteX13" fmla="*/ 6429833 w 12192000"/>
              <a:gd name="connsiteY13" fmla="*/ 99145 h 2345616"/>
              <a:gd name="connsiteX0" fmla="*/ 0 w 12192000"/>
              <a:gd name="connsiteY0" fmla="*/ 1042036 h 2345616"/>
              <a:gd name="connsiteX1" fmla="*/ 1 w 12192000"/>
              <a:gd name="connsiteY1" fmla="*/ 1042036 h 2345616"/>
              <a:gd name="connsiteX2" fmla="*/ 1 w 12192000"/>
              <a:gd name="connsiteY2" fmla="*/ 2345616 h 2345616"/>
              <a:gd name="connsiteX3" fmla="*/ 0 w 12192000"/>
              <a:gd name="connsiteY3" fmla="*/ 2345616 h 2345616"/>
              <a:gd name="connsiteX4" fmla="*/ 0 w 12192000"/>
              <a:gd name="connsiteY4" fmla="*/ 1042036 h 2345616"/>
              <a:gd name="connsiteX5" fmla="*/ 6429833 w 12192000"/>
              <a:gd name="connsiteY5" fmla="*/ 99145 h 2345616"/>
              <a:gd name="connsiteX6" fmla="*/ 6493471 w 12192000"/>
              <a:gd name="connsiteY6" fmla="*/ 99766 h 2345616"/>
              <a:gd name="connsiteX7" fmla="*/ 12192000 w 12192000"/>
              <a:gd name="connsiteY7" fmla="*/ 1042036 h 2345616"/>
              <a:gd name="connsiteX8" fmla="*/ 12192000 w 12192000"/>
              <a:gd name="connsiteY8" fmla="*/ 2345616 h 2345616"/>
              <a:gd name="connsiteX9" fmla="*/ 6092068 w 12192000"/>
              <a:gd name="connsiteY9" fmla="*/ 2345616 h 2345616"/>
              <a:gd name="connsiteX10" fmla="*/ 6092068 w 12192000"/>
              <a:gd name="connsiteY10" fmla="*/ 295203 h 2345616"/>
              <a:gd name="connsiteX11" fmla="*/ 6232491 w 12192000"/>
              <a:gd name="connsiteY11" fmla="*/ 483 h 2345616"/>
              <a:gd name="connsiteX12" fmla="*/ 6429833 w 12192000"/>
              <a:gd name="connsiteY12" fmla="*/ 99145 h 2345616"/>
              <a:gd name="connsiteX0" fmla="*/ 0 w 12192000"/>
              <a:gd name="connsiteY0" fmla="*/ 1042036 h 2345616"/>
              <a:gd name="connsiteX1" fmla="*/ 1 w 12192000"/>
              <a:gd name="connsiteY1" fmla="*/ 1042036 h 2345616"/>
              <a:gd name="connsiteX2" fmla="*/ 1 w 12192000"/>
              <a:gd name="connsiteY2" fmla="*/ 2345616 h 2345616"/>
              <a:gd name="connsiteX3" fmla="*/ 0 w 12192000"/>
              <a:gd name="connsiteY3" fmla="*/ 2345616 h 2345616"/>
              <a:gd name="connsiteX4" fmla="*/ 0 w 12192000"/>
              <a:gd name="connsiteY4" fmla="*/ 1042036 h 2345616"/>
              <a:gd name="connsiteX5" fmla="*/ 6429833 w 12192000"/>
              <a:gd name="connsiteY5" fmla="*/ 99145 h 2345616"/>
              <a:gd name="connsiteX6" fmla="*/ 6493471 w 12192000"/>
              <a:gd name="connsiteY6" fmla="*/ 99766 h 2345616"/>
              <a:gd name="connsiteX7" fmla="*/ 12192000 w 12192000"/>
              <a:gd name="connsiteY7" fmla="*/ 1042036 h 2345616"/>
              <a:gd name="connsiteX8" fmla="*/ 12192000 w 12192000"/>
              <a:gd name="connsiteY8" fmla="*/ 2345616 h 2345616"/>
              <a:gd name="connsiteX9" fmla="*/ 6092068 w 12192000"/>
              <a:gd name="connsiteY9" fmla="*/ 2345616 h 2345616"/>
              <a:gd name="connsiteX10" fmla="*/ 6088893 w 12192000"/>
              <a:gd name="connsiteY10" fmla="*/ 32737 h 2345616"/>
              <a:gd name="connsiteX11" fmla="*/ 6232491 w 12192000"/>
              <a:gd name="connsiteY11" fmla="*/ 483 h 2345616"/>
              <a:gd name="connsiteX12" fmla="*/ 6429833 w 12192000"/>
              <a:gd name="connsiteY12" fmla="*/ 99145 h 2345616"/>
              <a:gd name="connsiteX0" fmla="*/ 0 w 12192000"/>
              <a:gd name="connsiteY0" fmla="*/ 1053124 h 2356704"/>
              <a:gd name="connsiteX1" fmla="*/ 1 w 12192000"/>
              <a:gd name="connsiteY1" fmla="*/ 1053124 h 2356704"/>
              <a:gd name="connsiteX2" fmla="*/ 1 w 12192000"/>
              <a:gd name="connsiteY2" fmla="*/ 2356704 h 2356704"/>
              <a:gd name="connsiteX3" fmla="*/ 0 w 12192000"/>
              <a:gd name="connsiteY3" fmla="*/ 2356704 h 2356704"/>
              <a:gd name="connsiteX4" fmla="*/ 0 w 12192000"/>
              <a:gd name="connsiteY4" fmla="*/ 1053124 h 2356704"/>
              <a:gd name="connsiteX5" fmla="*/ 6429833 w 12192000"/>
              <a:gd name="connsiteY5" fmla="*/ 110233 h 2356704"/>
              <a:gd name="connsiteX6" fmla="*/ 6493471 w 12192000"/>
              <a:gd name="connsiteY6" fmla="*/ 110854 h 2356704"/>
              <a:gd name="connsiteX7" fmla="*/ 12192000 w 12192000"/>
              <a:gd name="connsiteY7" fmla="*/ 1053124 h 2356704"/>
              <a:gd name="connsiteX8" fmla="*/ 12192000 w 12192000"/>
              <a:gd name="connsiteY8" fmla="*/ 2356704 h 2356704"/>
              <a:gd name="connsiteX9" fmla="*/ 6092068 w 12192000"/>
              <a:gd name="connsiteY9" fmla="*/ 2356704 h 2356704"/>
              <a:gd name="connsiteX10" fmla="*/ 6088893 w 12192000"/>
              <a:gd name="connsiteY10" fmla="*/ 43825 h 2356704"/>
              <a:gd name="connsiteX11" fmla="*/ 6232491 w 12192000"/>
              <a:gd name="connsiteY11" fmla="*/ 11571 h 2356704"/>
              <a:gd name="connsiteX12" fmla="*/ 6235700 w 12192000"/>
              <a:gd name="connsiteY12" fmla="*/ 8261 h 2356704"/>
              <a:gd name="connsiteX13" fmla="*/ 6429833 w 12192000"/>
              <a:gd name="connsiteY13" fmla="*/ 110233 h 2356704"/>
              <a:gd name="connsiteX0" fmla="*/ 0 w 12192000"/>
              <a:gd name="connsiteY0" fmla="*/ 1052796 h 2356376"/>
              <a:gd name="connsiteX1" fmla="*/ 1 w 12192000"/>
              <a:gd name="connsiteY1" fmla="*/ 1052796 h 2356376"/>
              <a:gd name="connsiteX2" fmla="*/ 1 w 12192000"/>
              <a:gd name="connsiteY2" fmla="*/ 2356376 h 2356376"/>
              <a:gd name="connsiteX3" fmla="*/ 0 w 12192000"/>
              <a:gd name="connsiteY3" fmla="*/ 2356376 h 2356376"/>
              <a:gd name="connsiteX4" fmla="*/ 0 w 12192000"/>
              <a:gd name="connsiteY4" fmla="*/ 1052796 h 2356376"/>
              <a:gd name="connsiteX5" fmla="*/ 6235700 w 12192000"/>
              <a:gd name="connsiteY5" fmla="*/ 7933 h 2356376"/>
              <a:gd name="connsiteX6" fmla="*/ 6493471 w 12192000"/>
              <a:gd name="connsiteY6" fmla="*/ 110526 h 2356376"/>
              <a:gd name="connsiteX7" fmla="*/ 12192000 w 12192000"/>
              <a:gd name="connsiteY7" fmla="*/ 1052796 h 2356376"/>
              <a:gd name="connsiteX8" fmla="*/ 12192000 w 12192000"/>
              <a:gd name="connsiteY8" fmla="*/ 2356376 h 2356376"/>
              <a:gd name="connsiteX9" fmla="*/ 6092068 w 12192000"/>
              <a:gd name="connsiteY9" fmla="*/ 2356376 h 2356376"/>
              <a:gd name="connsiteX10" fmla="*/ 6088893 w 12192000"/>
              <a:gd name="connsiteY10" fmla="*/ 43497 h 2356376"/>
              <a:gd name="connsiteX11" fmla="*/ 6232491 w 12192000"/>
              <a:gd name="connsiteY11" fmla="*/ 11243 h 2356376"/>
              <a:gd name="connsiteX12" fmla="*/ 6235700 w 12192000"/>
              <a:gd name="connsiteY12" fmla="*/ 7933 h 2356376"/>
              <a:gd name="connsiteX0" fmla="*/ 0 w 12192000"/>
              <a:gd name="connsiteY0" fmla="*/ 1052933 h 2356513"/>
              <a:gd name="connsiteX1" fmla="*/ 1 w 12192000"/>
              <a:gd name="connsiteY1" fmla="*/ 1052933 h 2356513"/>
              <a:gd name="connsiteX2" fmla="*/ 1 w 12192000"/>
              <a:gd name="connsiteY2" fmla="*/ 2356513 h 2356513"/>
              <a:gd name="connsiteX3" fmla="*/ 0 w 12192000"/>
              <a:gd name="connsiteY3" fmla="*/ 2356513 h 2356513"/>
              <a:gd name="connsiteX4" fmla="*/ 0 w 12192000"/>
              <a:gd name="connsiteY4" fmla="*/ 1052933 h 2356513"/>
              <a:gd name="connsiteX5" fmla="*/ 6232491 w 12192000"/>
              <a:gd name="connsiteY5" fmla="*/ 11380 h 2356513"/>
              <a:gd name="connsiteX6" fmla="*/ 6493471 w 12192000"/>
              <a:gd name="connsiteY6" fmla="*/ 110663 h 2356513"/>
              <a:gd name="connsiteX7" fmla="*/ 12192000 w 12192000"/>
              <a:gd name="connsiteY7" fmla="*/ 1052933 h 2356513"/>
              <a:gd name="connsiteX8" fmla="*/ 12192000 w 12192000"/>
              <a:gd name="connsiteY8" fmla="*/ 2356513 h 2356513"/>
              <a:gd name="connsiteX9" fmla="*/ 6092068 w 12192000"/>
              <a:gd name="connsiteY9" fmla="*/ 2356513 h 2356513"/>
              <a:gd name="connsiteX10" fmla="*/ 6088893 w 12192000"/>
              <a:gd name="connsiteY10" fmla="*/ 43634 h 2356513"/>
              <a:gd name="connsiteX11" fmla="*/ 6232491 w 12192000"/>
              <a:gd name="connsiteY11" fmla="*/ 11380 h 2356513"/>
              <a:gd name="connsiteX0" fmla="*/ 0 w 12192000"/>
              <a:gd name="connsiteY0" fmla="*/ 1009299 h 2312879"/>
              <a:gd name="connsiteX1" fmla="*/ 1 w 12192000"/>
              <a:gd name="connsiteY1" fmla="*/ 1009299 h 2312879"/>
              <a:gd name="connsiteX2" fmla="*/ 1 w 12192000"/>
              <a:gd name="connsiteY2" fmla="*/ 2312879 h 2312879"/>
              <a:gd name="connsiteX3" fmla="*/ 0 w 12192000"/>
              <a:gd name="connsiteY3" fmla="*/ 2312879 h 2312879"/>
              <a:gd name="connsiteX4" fmla="*/ 0 w 12192000"/>
              <a:gd name="connsiteY4" fmla="*/ 1009299 h 2312879"/>
              <a:gd name="connsiteX5" fmla="*/ 6088893 w 12192000"/>
              <a:gd name="connsiteY5" fmla="*/ 0 h 2312879"/>
              <a:gd name="connsiteX6" fmla="*/ 6493471 w 12192000"/>
              <a:gd name="connsiteY6" fmla="*/ 67029 h 2312879"/>
              <a:gd name="connsiteX7" fmla="*/ 12192000 w 12192000"/>
              <a:gd name="connsiteY7" fmla="*/ 1009299 h 2312879"/>
              <a:gd name="connsiteX8" fmla="*/ 12192000 w 12192000"/>
              <a:gd name="connsiteY8" fmla="*/ 2312879 h 2312879"/>
              <a:gd name="connsiteX9" fmla="*/ 6092068 w 12192000"/>
              <a:gd name="connsiteY9" fmla="*/ 2312879 h 2312879"/>
              <a:gd name="connsiteX10" fmla="*/ 6088893 w 12192000"/>
              <a:gd name="connsiteY10" fmla="*/ 0 h 2312879"/>
              <a:gd name="connsiteX0" fmla="*/ 0 w 12192000"/>
              <a:gd name="connsiteY0" fmla="*/ 955324 h 2258904"/>
              <a:gd name="connsiteX1" fmla="*/ 1 w 12192000"/>
              <a:gd name="connsiteY1" fmla="*/ 955324 h 2258904"/>
              <a:gd name="connsiteX2" fmla="*/ 1 w 12192000"/>
              <a:gd name="connsiteY2" fmla="*/ 2258904 h 2258904"/>
              <a:gd name="connsiteX3" fmla="*/ 0 w 12192000"/>
              <a:gd name="connsiteY3" fmla="*/ 2258904 h 2258904"/>
              <a:gd name="connsiteX4" fmla="*/ 0 w 12192000"/>
              <a:gd name="connsiteY4" fmla="*/ 955324 h 2258904"/>
              <a:gd name="connsiteX5" fmla="*/ 6084660 w 12192000"/>
              <a:gd name="connsiteY5" fmla="*/ 0 h 2258904"/>
              <a:gd name="connsiteX6" fmla="*/ 6493471 w 12192000"/>
              <a:gd name="connsiteY6" fmla="*/ 13054 h 2258904"/>
              <a:gd name="connsiteX7" fmla="*/ 12192000 w 12192000"/>
              <a:gd name="connsiteY7" fmla="*/ 955324 h 2258904"/>
              <a:gd name="connsiteX8" fmla="*/ 12192000 w 12192000"/>
              <a:gd name="connsiteY8" fmla="*/ 2258904 h 2258904"/>
              <a:gd name="connsiteX9" fmla="*/ 6092068 w 12192000"/>
              <a:gd name="connsiteY9" fmla="*/ 2258904 h 2258904"/>
              <a:gd name="connsiteX10" fmla="*/ 6084660 w 12192000"/>
              <a:gd name="connsiteY10" fmla="*/ 0 h 22589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2258904">
                <a:moveTo>
                  <a:pt x="0" y="955324"/>
                </a:moveTo>
                <a:lnTo>
                  <a:pt x="1" y="955324"/>
                </a:lnTo>
                <a:lnTo>
                  <a:pt x="1" y="2258904"/>
                </a:lnTo>
                <a:lnTo>
                  <a:pt x="0" y="2258904"/>
                </a:lnTo>
                <a:lnTo>
                  <a:pt x="0" y="955324"/>
                </a:lnTo>
                <a:close/>
                <a:moveTo>
                  <a:pt x="6084660" y="0"/>
                </a:moveTo>
                <a:lnTo>
                  <a:pt x="6493471" y="13054"/>
                </a:lnTo>
                <a:cubicBezTo>
                  <a:pt x="8476208" y="51789"/>
                  <a:pt x="10388798" y="379657"/>
                  <a:pt x="12192000" y="955324"/>
                </a:cubicBezTo>
                <a:lnTo>
                  <a:pt x="12192000" y="2258904"/>
                </a:lnTo>
                <a:lnTo>
                  <a:pt x="6092068" y="2258904"/>
                </a:lnTo>
                <a:cubicBezTo>
                  <a:pt x="6091010" y="1487944"/>
                  <a:pt x="6085718" y="770960"/>
                  <a:pt x="6084660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635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cxnSp>
        <p:nvCxnSpPr>
          <p:cNvPr id="81" name="Straight Arrow Connector 716" descr="Arrow going right">
            <a:extLst>
              <a:ext uri="{FF2B5EF4-FFF2-40B4-BE49-F238E27FC236}">
                <a16:creationId xmlns:a16="http://schemas.microsoft.com/office/drawing/2014/main" id="{21FD7D1A-DD0E-DD0F-52CC-681EC5C9A7BB}"/>
              </a:ext>
            </a:extLst>
          </p:cNvPr>
          <p:cNvCxnSpPr>
            <a:cxnSpLocks/>
          </p:cNvCxnSpPr>
          <p:nvPr/>
        </p:nvCxnSpPr>
        <p:spPr>
          <a:xfrm>
            <a:off x="5187950" y="5996557"/>
            <a:ext cx="1361445" cy="0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Oval 204">
            <a:extLst>
              <a:ext uri="{FF2B5EF4-FFF2-40B4-BE49-F238E27FC236}">
                <a16:creationId xmlns:a16="http://schemas.microsoft.com/office/drawing/2014/main" id="{AC9A6082-35E5-6E02-E39B-4597CD70D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549395" y="5722237"/>
            <a:ext cx="548640" cy="548640"/>
          </a:xfrm>
          <a:prstGeom prst="ellipse">
            <a:avLst/>
          </a:prstGeom>
          <a:gradFill flip="none" rotWithShape="1">
            <a:gsLst>
              <a:gs pos="53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83" name="Picture 718" descr="Icon of a data security of a user">
            <a:extLst>
              <a:ext uri="{FF2B5EF4-FFF2-40B4-BE49-F238E27FC236}">
                <a16:creationId xmlns:a16="http://schemas.microsoft.com/office/drawing/2014/main" id="{41C24E30-BE84-3310-3308-474C3EE76FEC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637025" y="5860159"/>
            <a:ext cx="373380" cy="272796"/>
          </a:xfrm>
          <a:prstGeom prst="rect">
            <a:avLst/>
          </a:prstGeom>
        </p:spPr>
      </p:pic>
      <p:sp>
        <p:nvSpPr>
          <p:cNvPr id="84" name="TextBox 719">
            <a:extLst>
              <a:ext uri="{FF2B5EF4-FFF2-40B4-BE49-F238E27FC236}">
                <a16:creationId xmlns:a16="http://schemas.microsoft.com/office/drawing/2014/main" id="{77BC5697-BA84-2BEB-33DD-500720745991}"/>
              </a:ext>
            </a:extLst>
          </p:cNvPr>
          <p:cNvSpPr txBox="1"/>
          <p:nvPr/>
        </p:nvSpPr>
        <p:spPr>
          <a:xfrm>
            <a:off x="6171411" y="6302139"/>
            <a:ext cx="1341098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Insider has access to sensitive data</a:t>
            </a:r>
          </a:p>
        </p:txBody>
      </p:sp>
      <p:cxnSp>
        <p:nvCxnSpPr>
          <p:cNvPr id="85" name="Straight Arrow Connector 720" descr="Arrow going right">
            <a:extLst>
              <a:ext uri="{FF2B5EF4-FFF2-40B4-BE49-F238E27FC236}">
                <a16:creationId xmlns:a16="http://schemas.microsoft.com/office/drawing/2014/main" id="{20C861FC-11D4-DA8D-4059-85A1E2EE860C}"/>
              </a:ext>
            </a:extLst>
          </p:cNvPr>
          <p:cNvCxnSpPr>
            <a:cxnSpLocks/>
            <a:stCxn id="82" idx="6"/>
          </p:cNvCxnSpPr>
          <p:nvPr/>
        </p:nvCxnSpPr>
        <p:spPr>
          <a:xfrm>
            <a:off x="7098035" y="5996557"/>
            <a:ext cx="1016568" cy="0"/>
          </a:xfrm>
          <a:prstGeom prst="straightConnector1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208">
            <a:extLst>
              <a:ext uri="{FF2B5EF4-FFF2-40B4-BE49-F238E27FC236}">
                <a16:creationId xmlns:a16="http://schemas.microsoft.com/office/drawing/2014/main" id="{0D1A9536-5F1C-3BEA-16E8-061A9097D2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114603" y="5722237"/>
            <a:ext cx="548640" cy="548640"/>
          </a:xfrm>
          <a:prstGeom prst="ellipse">
            <a:avLst/>
          </a:prstGeom>
          <a:gradFill flip="none" rotWithShape="1">
            <a:gsLst>
              <a:gs pos="53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87" name="Picture 722" descr="Icon of interconnected circles">
            <a:extLst>
              <a:ext uri="{FF2B5EF4-FFF2-40B4-BE49-F238E27FC236}">
                <a16:creationId xmlns:a16="http://schemas.microsoft.com/office/drawing/2014/main" id="{0B97DDCF-96F9-2EE0-9478-A5E3690F4531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28903" y="5838061"/>
            <a:ext cx="320040" cy="316992"/>
          </a:xfrm>
          <a:prstGeom prst="rect">
            <a:avLst/>
          </a:prstGeom>
        </p:spPr>
      </p:pic>
      <p:sp>
        <p:nvSpPr>
          <p:cNvPr id="88" name="TextBox 723">
            <a:extLst>
              <a:ext uri="{FF2B5EF4-FFF2-40B4-BE49-F238E27FC236}">
                <a16:creationId xmlns:a16="http://schemas.microsoft.com/office/drawing/2014/main" id="{24F3F6A4-DEC2-125F-5EDB-93BCA8BEC896}"/>
              </a:ext>
            </a:extLst>
          </p:cNvPr>
          <p:cNvSpPr txBox="1"/>
          <p:nvPr/>
        </p:nvSpPr>
        <p:spPr>
          <a:xfrm>
            <a:off x="7785732" y="6302139"/>
            <a:ext cx="1206383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Anomalous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Segoe UI Semibold"/>
                <a:cs typeface="Segoe UI" charset="0"/>
              </a:rPr>
              <a:t>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activity detected</a:t>
            </a:r>
          </a:p>
        </p:txBody>
      </p:sp>
      <p:sp>
        <p:nvSpPr>
          <p:cNvPr id="89" name="Freeform: Shape 724" descr="Arrow going right">
            <a:extLst>
              <a:ext uri="{FF2B5EF4-FFF2-40B4-BE49-F238E27FC236}">
                <a16:creationId xmlns:a16="http://schemas.microsoft.com/office/drawing/2014/main" id="{1C86A98E-278B-1C23-76E1-D7C6D81E513E}"/>
              </a:ext>
            </a:extLst>
          </p:cNvPr>
          <p:cNvSpPr/>
          <p:nvPr/>
        </p:nvSpPr>
        <p:spPr bwMode="auto">
          <a:xfrm flipV="1">
            <a:off x="8680317" y="5611695"/>
            <a:ext cx="699707" cy="338119"/>
          </a:xfrm>
          <a:custGeom>
            <a:avLst/>
            <a:gdLst>
              <a:gd name="connsiteX0" fmla="*/ 0 w 1809750"/>
              <a:gd name="connsiteY0" fmla="*/ 0 h 619125"/>
              <a:gd name="connsiteX1" fmla="*/ 1809750 w 1809750"/>
              <a:gd name="connsiteY1" fmla="*/ 619125 h 619125"/>
              <a:gd name="connsiteX0" fmla="*/ 0 w 1809750"/>
              <a:gd name="connsiteY0" fmla="*/ 515 h 619640"/>
              <a:gd name="connsiteX1" fmla="*/ 1809750 w 1809750"/>
              <a:gd name="connsiteY1" fmla="*/ 619640 h 619640"/>
              <a:gd name="connsiteX0" fmla="*/ 0 w 1809750"/>
              <a:gd name="connsiteY0" fmla="*/ 342 h 620017"/>
              <a:gd name="connsiteX1" fmla="*/ 1809750 w 1809750"/>
              <a:gd name="connsiteY1" fmla="*/ 619467 h 620017"/>
              <a:gd name="connsiteX0" fmla="*/ 0 w 1809750"/>
              <a:gd name="connsiteY0" fmla="*/ 353 h 619478"/>
              <a:gd name="connsiteX1" fmla="*/ 1809750 w 1809750"/>
              <a:gd name="connsiteY1" fmla="*/ 619478 h 619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09750" h="619478">
                <a:moveTo>
                  <a:pt x="0" y="353"/>
                </a:moveTo>
                <a:cubicBezTo>
                  <a:pt x="517525" y="-17110"/>
                  <a:pt x="858837" y="617891"/>
                  <a:pt x="1809750" y="619478"/>
                </a:cubicBezTo>
              </a:path>
            </a:pathLst>
          </a:cu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0" name="object 60">
            <a:extLst>
              <a:ext uri="{FF2B5EF4-FFF2-40B4-BE49-F238E27FC236}">
                <a16:creationId xmlns:a16="http://schemas.microsoft.com/office/drawing/2014/main" id="{600568E7-6C17-5B4A-88D0-19B113B69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428761" y="5366123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778000" h="1781810">
                <a:moveTo>
                  <a:pt x="889000" y="0"/>
                </a:moveTo>
                <a:lnTo>
                  <a:pt x="816088" y="2953"/>
                </a:lnTo>
                <a:lnTo>
                  <a:pt x="744799" y="11659"/>
                </a:lnTo>
                <a:lnTo>
                  <a:pt x="675362" y="25890"/>
                </a:lnTo>
                <a:lnTo>
                  <a:pt x="608006" y="45415"/>
                </a:lnTo>
                <a:lnTo>
                  <a:pt x="542960" y="70006"/>
                </a:lnTo>
                <a:lnTo>
                  <a:pt x="480452" y="99433"/>
                </a:lnTo>
                <a:lnTo>
                  <a:pt x="420712" y="133468"/>
                </a:lnTo>
                <a:lnTo>
                  <a:pt x="363967" y="171879"/>
                </a:lnTo>
                <a:lnTo>
                  <a:pt x="310447" y="214440"/>
                </a:lnTo>
                <a:lnTo>
                  <a:pt x="260381" y="260919"/>
                </a:lnTo>
                <a:lnTo>
                  <a:pt x="213997" y="311089"/>
                </a:lnTo>
                <a:lnTo>
                  <a:pt x="171525" y="364719"/>
                </a:lnTo>
                <a:lnTo>
                  <a:pt x="133192" y="421580"/>
                </a:lnTo>
                <a:lnTo>
                  <a:pt x="99228" y="481444"/>
                </a:lnTo>
                <a:lnTo>
                  <a:pt x="69861" y="544080"/>
                </a:lnTo>
                <a:lnTo>
                  <a:pt x="45321" y="609260"/>
                </a:lnTo>
                <a:lnTo>
                  <a:pt x="25836" y="676754"/>
                </a:lnTo>
                <a:lnTo>
                  <a:pt x="11635" y="746333"/>
                </a:lnTo>
                <a:lnTo>
                  <a:pt x="2947" y="817767"/>
                </a:lnTo>
                <a:lnTo>
                  <a:pt x="0" y="890828"/>
                </a:lnTo>
                <a:lnTo>
                  <a:pt x="2947" y="963888"/>
                </a:lnTo>
                <a:lnTo>
                  <a:pt x="11635" y="1035321"/>
                </a:lnTo>
                <a:lnTo>
                  <a:pt x="25836" y="1104899"/>
                </a:lnTo>
                <a:lnTo>
                  <a:pt x="45321" y="1172392"/>
                </a:lnTo>
                <a:lnTo>
                  <a:pt x="69861" y="1237571"/>
                </a:lnTo>
                <a:lnTo>
                  <a:pt x="99228" y="1300207"/>
                </a:lnTo>
                <a:lnTo>
                  <a:pt x="133192" y="1360071"/>
                </a:lnTo>
                <a:lnTo>
                  <a:pt x="171525" y="1416932"/>
                </a:lnTo>
                <a:lnTo>
                  <a:pt x="213997" y="1470563"/>
                </a:lnTo>
                <a:lnTo>
                  <a:pt x="260381" y="1520732"/>
                </a:lnTo>
                <a:lnTo>
                  <a:pt x="310447" y="1567212"/>
                </a:lnTo>
                <a:lnTo>
                  <a:pt x="363967" y="1609773"/>
                </a:lnTo>
                <a:lnTo>
                  <a:pt x="420712" y="1648186"/>
                </a:lnTo>
                <a:lnTo>
                  <a:pt x="480452" y="1682221"/>
                </a:lnTo>
                <a:lnTo>
                  <a:pt x="542960" y="1711649"/>
                </a:lnTo>
                <a:lnTo>
                  <a:pt x="608006" y="1736240"/>
                </a:lnTo>
                <a:lnTo>
                  <a:pt x="675362" y="1755766"/>
                </a:lnTo>
                <a:lnTo>
                  <a:pt x="744799" y="1769997"/>
                </a:lnTo>
                <a:lnTo>
                  <a:pt x="816088" y="1778704"/>
                </a:lnTo>
                <a:lnTo>
                  <a:pt x="889000" y="1781657"/>
                </a:lnTo>
                <a:lnTo>
                  <a:pt x="961911" y="1778704"/>
                </a:lnTo>
                <a:lnTo>
                  <a:pt x="1033200" y="1769997"/>
                </a:lnTo>
                <a:lnTo>
                  <a:pt x="1102637" y="1755766"/>
                </a:lnTo>
                <a:lnTo>
                  <a:pt x="1169993" y="1736240"/>
                </a:lnTo>
                <a:lnTo>
                  <a:pt x="1235039" y="1711649"/>
                </a:lnTo>
                <a:lnTo>
                  <a:pt x="1297547" y="1682221"/>
                </a:lnTo>
                <a:lnTo>
                  <a:pt x="1357287" y="1648186"/>
                </a:lnTo>
                <a:lnTo>
                  <a:pt x="1414032" y="1609773"/>
                </a:lnTo>
                <a:lnTo>
                  <a:pt x="1467552" y="1567212"/>
                </a:lnTo>
                <a:lnTo>
                  <a:pt x="1517618" y="1520732"/>
                </a:lnTo>
                <a:lnTo>
                  <a:pt x="1564002" y="1470563"/>
                </a:lnTo>
                <a:lnTo>
                  <a:pt x="1606474" y="1416932"/>
                </a:lnTo>
                <a:lnTo>
                  <a:pt x="1644807" y="1360071"/>
                </a:lnTo>
                <a:lnTo>
                  <a:pt x="1678771" y="1300207"/>
                </a:lnTo>
                <a:lnTo>
                  <a:pt x="1708138" y="1237571"/>
                </a:lnTo>
                <a:lnTo>
                  <a:pt x="1732678" y="1172392"/>
                </a:lnTo>
                <a:lnTo>
                  <a:pt x="1752163" y="1104899"/>
                </a:lnTo>
                <a:lnTo>
                  <a:pt x="1766364" y="1035321"/>
                </a:lnTo>
                <a:lnTo>
                  <a:pt x="1775052" y="963888"/>
                </a:lnTo>
                <a:lnTo>
                  <a:pt x="1778000" y="890828"/>
                </a:lnTo>
                <a:lnTo>
                  <a:pt x="1775052" y="817767"/>
                </a:lnTo>
                <a:lnTo>
                  <a:pt x="1766364" y="746333"/>
                </a:lnTo>
                <a:lnTo>
                  <a:pt x="1752163" y="676754"/>
                </a:lnTo>
                <a:lnTo>
                  <a:pt x="1732678" y="609260"/>
                </a:lnTo>
                <a:lnTo>
                  <a:pt x="1708138" y="544080"/>
                </a:lnTo>
                <a:lnTo>
                  <a:pt x="1678771" y="481444"/>
                </a:lnTo>
                <a:lnTo>
                  <a:pt x="1644807" y="421580"/>
                </a:lnTo>
                <a:lnTo>
                  <a:pt x="1606474" y="364719"/>
                </a:lnTo>
                <a:lnTo>
                  <a:pt x="1564002" y="311089"/>
                </a:lnTo>
                <a:lnTo>
                  <a:pt x="1517618" y="260919"/>
                </a:lnTo>
                <a:lnTo>
                  <a:pt x="1467552" y="214440"/>
                </a:lnTo>
                <a:lnTo>
                  <a:pt x="1414032" y="171879"/>
                </a:lnTo>
                <a:lnTo>
                  <a:pt x="1357287" y="133468"/>
                </a:lnTo>
                <a:lnTo>
                  <a:pt x="1297547" y="99433"/>
                </a:lnTo>
                <a:lnTo>
                  <a:pt x="1235039" y="70006"/>
                </a:lnTo>
                <a:lnTo>
                  <a:pt x="1169993" y="45415"/>
                </a:lnTo>
                <a:lnTo>
                  <a:pt x="1102637" y="25890"/>
                </a:lnTo>
                <a:lnTo>
                  <a:pt x="1033200" y="11659"/>
                </a:lnTo>
                <a:lnTo>
                  <a:pt x="961911" y="2953"/>
                </a:lnTo>
                <a:lnTo>
                  <a:pt x="889000" y="0"/>
                </a:lnTo>
                <a:close/>
              </a:path>
            </a:pathLst>
          </a:custGeom>
          <a:gradFill flip="none" rotWithShape="1">
            <a:gsLst>
              <a:gs pos="53000">
                <a:schemeClr val="bg2">
                  <a:lumMod val="25000"/>
                </a:schemeClr>
              </a:gs>
              <a:gs pos="0">
                <a:schemeClr val="bg2">
                  <a:lumMod val="10000"/>
                </a:schemeClr>
              </a:gs>
              <a:gs pos="100000">
                <a:schemeClr val="bg2">
                  <a:lumMod val="50000"/>
                </a:schemeClr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91" name="Picture 726" descr="Icon of a server">
            <a:extLst>
              <a:ext uri="{FF2B5EF4-FFF2-40B4-BE49-F238E27FC236}">
                <a16:creationId xmlns:a16="http://schemas.microsoft.com/office/drawing/2014/main" id="{B7B32CFB-CF51-87FA-1D2A-BDBC1D62250F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516391" y="5457563"/>
            <a:ext cx="373380" cy="365760"/>
          </a:xfrm>
          <a:prstGeom prst="rect">
            <a:avLst/>
          </a:prstGeom>
        </p:spPr>
      </p:pic>
      <p:sp>
        <p:nvSpPr>
          <p:cNvPr id="92" name="TextBox 727">
            <a:extLst>
              <a:ext uri="{FF2B5EF4-FFF2-40B4-BE49-F238E27FC236}">
                <a16:creationId xmlns:a16="http://schemas.microsoft.com/office/drawing/2014/main" id="{4B4D58A2-0BDC-6AFC-711D-06614F602ED9}"/>
              </a:ext>
            </a:extLst>
          </p:cNvPr>
          <p:cNvSpPr txBox="1"/>
          <p:nvPr/>
        </p:nvSpPr>
        <p:spPr>
          <a:xfrm>
            <a:off x="9970511" y="5431025"/>
            <a:ext cx="807562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Data  leakage</a:t>
            </a:r>
          </a:p>
        </p:txBody>
      </p:sp>
      <p:sp>
        <p:nvSpPr>
          <p:cNvPr id="93" name="Freeform: Shape 728" descr="Arrow going right">
            <a:extLst>
              <a:ext uri="{FF2B5EF4-FFF2-40B4-BE49-F238E27FC236}">
                <a16:creationId xmlns:a16="http://schemas.microsoft.com/office/drawing/2014/main" id="{94555AFF-C0CC-BAA9-E239-2B5FF597E223}"/>
              </a:ext>
            </a:extLst>
          </p:cNvPr>
          <p:cNvSpPr/>
          <p:nvPr/>
        </p:nvSpPr>
        <p:spPr bwMode="auto">
          <a:xfrm>
            <a:off x="8680317" y="6032592"/>
            <a:ext cx="699707" cy="338119"/>
          </a:xfrm>
          <a:custGeom>
            <a:avLst/>
            <a:gdLst>
              <a:gd name="connsiteX0" fmla="*/ 0 w 1809750"/>
              <a:gd name="connsiteY0" fmla="*/ 0 h 619125"/>
              <a:gd name="connsiteX1" fmla="*/ 1809750 w 1809750"/>
              <a:gd name="connsiteY1" fmla="*/ 619125 h 619125"/>
              <a:gd name="connsiteX0" fmla="*/ 0 w 1809750"/>
              <a:gd name="connsiteY0" fmla="*/ 515 h 619640"/>
              <a:gd name="connsiteX1" fmla="*/ 1809750 w 1809750"/>
              <a:gd name="connsiteY1" fmla="*/ 619640 h 619640"/>
              <a:gd name="connsiteX0" fmla="*/ 0 w 1809750"/>
              <a:gd name="connsiteY0" fmla="*/ 342 h 620017"/>
              <a:gd name="connsiteX1" fmla="*/ 1809750 w 1809750"/>
              <a:gd name="connsiteY1" fmla="*/ 619467 h 620017"/>
              <a:gd name="connsiteX0" fmla="*/ 0 w 1809750"/>
              <a:gd name="connsiteY0" fmla="*/ 353 h 619478"/>
              <a:gd name="connsiteX1" fmla="*/ 1809750 w 1809750"/>
              <a:gd name="connsiteY1" fmla="*/ 619478 h 619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09750" h="619478">
                <a:moveTo>
                  <a:pt x="0" y="353"/>
                </a:moveTo>
                <a:cubicBezTo>
                  <a:pt x="517525" y="-17110"/>
                  <a:pt x="858837" y="617891"/>
                  <a:pt x="1809750" y="619478"/>
                </a:cubicBezTo>
              </a:path>
            </a:pathLst>
          </a:cu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4" name="object 60">
            <a:extLst>
              <a:ext uri="{FF2B5EF4-FFF2-40B4-BE49-F238E27FC236}">
                <a16:creationId xmlns:a16="http://schemas.microsoft.com/office/drawing/2014/main" id="{8D219DBA-BF2E-338E-8B2A-08CE125D5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428761" y="6078352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1778000" h="1781810">
                <a:moveTo>
                  <a:pt x="889000" y="0"/>
                </a:moveTo>
                <a:lnTo>
                  <a:pt x="816088" y="2953"/>
                </a:lnTo>
                <a:lnTo>
                  <a:pt x="744799" y="11659"/>
                </a:lnTo>
                <a:lnTo>
                  <a:pt x="675362" y="25890"/>
                </a:lnTo>
                <a:lnTo>
                  <a:pt x="608006" y="45415"/>
                </a:lnTo>
                <a:lnTo>
                  <a:pt x="542960" y="70006"/>
                </a:lnTo>
                <a:lnTo>
                  <a:pt x="480452" y="99433"/>
                </a:lnTo>
                <a:lnTo>
                  <a:pt x="420712" y="133468"/>
                </a:lnTo>
                <a:lnTo>
                  <a:pt x="363967" y="171879"/>
                </a:lnTo>
                <a:lnTo>
                  <a:pt x="310447" y="214440"/>
                </a:lnTo>
                <a:lnTo>
                  <a:pt x="260381" y="260919"/>
                </a:lnTo>
                <a:lnTo>
                  <a:pt x="213997" y="311089"/>
                </a:lnTo>
                <a:lnTo>
                  <a:pt x="171525" y="364719"/>
                </a:lnTo>
                <a:lnTo>
                  <a:pt x="133192" y="421580"/>
                </a:lnTo>
                <a:lnTo>
                  <a:pt x="99228" y="481444"/>
                </a:lnTo>
                <a:lnTo>
                  <a:pt x="69861" y="544080"/>
                </a:lnTo>
                <a:lnTo>
                  <a:pt x="45321" y="609260"/>
                </a:lnTo>
                <a:lnTo>
                  <a:pt x="25836" y="676754"/>
                </a:lnTo>
                <a:lnTo>
                  <a:pt x="11635" y="746333"/>
                </a:lnTo>
                <a:lnTo>
                  <a:pt x="2947" y="817767"/>
                </a:lnTo>
                <a:lnTo>
                  <a:pt x="0" y="890828"/>
                </a:lnTo>
                <a:lnTo>
                  <a:pt x="2947" y="963888"/>
                </a:lnTo>
                <a:lnTo>
                  <a:pt x="11635" y="1035321"/>
                </a:lnTo>
                <a:lnTo>
                  <a:pt x="25836" y="1104899"/>
                </a:lnTo>
                <a:lnTo>
                  <a:pt x="45321" y="1172392"/>
                </a:lnTo>
                <a:lnTo>
                  <a:pt x="69861" y="1237571"/>
                </a:lnTo>
                <a:lnTo>
                  <a:pt x="99228" y="1300207"/>
                </a:lnTo>
                <a:lnTo>
                  <a:pt x="133192" y="1360071"/>
                </a:lnTo>
                <a:lnTo>
                  <a:pt x="171525" y="1416932"/>
                </a:lnTo>
                <a:lnTo>
                  <a:pt x="213997" y="1470563"/>
                </a:lnTo>
                <a:lnTo>
                  <a:pt x="260381" y="1520732"/>
                </a:lnTo>
                <a:lnTo>
                  <a:pt x="310447" y="1567212"/>
                </a:lnTo>
                <a:lnTo>
                  <a:pt x="363967" y="1609773"/>
                </a:lnTo>
                <a:lnTo>
                  <a:pt x="420712" y="1648186"/>
                </a:lnTo>
                <a:lnTo>
                  <a:pt x="480452" y="1682221"/>
                </a:lnTo>
                <a:lnTo>
                  <a:pt x="542960" y="1711649"/>
                </a:lnTo>
                <a:lnTo>
                  <a:pt x="608006" y="1736240"/>
                </a:lnTo>
                <a:lnTo>
                  <a:pt x="675362" y="1755766"/>
                </a:lnTo>
                <a:lnTo>
                  <a:pt x="744799" y="1769997"/>
                </a:lnTo>
                <a:lnTo>
                  <a:pt x="816088" y="1778704"/>
                </a:lnTo>
                <a:lnTo>
                  <a:pt x="889000" y="1781657"/>
                </a:lnTo>
                <a:lnTo>
                  <a:pt x="961911" y="1778704"/>
                </a:lnTo>
                <a:lnTo>
                  <a:pt x="1033200" y="1769997"/>
                </a:lnTo>
                <a:lnTo>
                  <a:pt x="1102637" y="1755766"/>
                </a:lnTo>
                <a:lnTo>
                  <a:pt x="1169993" y="1736240"/>
                </a:lnTo>
                <a:lnTo>
                  <a:pt x="1235039" y="1711649"/>
                </a:lnTo>
                <a:lnTo>
                  <a:pt x="1297547" y="1682221"/>
                </a:lnTo>
                <a:lnTo>
                  <a:pt x="1357287" y="1648186"/>
                </a:lnTo>
                <a:lnTo>
                  <a:pt x="1414032" y="1609773"/>
                </a:lnTo>
                <a:lnTo>
                  <a:pt x="1467552" y="1567212"/>
                </a:lnTo>
                <a:lnTo>
                  <a:pt x="1517618" y="1520732"/>
                </a:lnTo>
                <a:lnTo>
                  <a:pt x="1564002" y="1470563"/>
                </a:lnTo>
                <a:lnTo>
                  <a:pt x="1606474" y="1416932"/>
                </a:lnTo>
                <a:lnTo>
                  <a:pt x="1644807" y="1360071"/>
                </a:lnTo>
                <a:lnTo>
                  <a:pt x="1678771" y="1300207"/>
                </a:lnTo>
                <a:lnTo>
                  <a:pt x="1708138" y="1237571"/>
                </a:lnTo>
                <a:lnTo>
                  <a:pt x="1732678" y="1172392"/>
                </a:lnTo>
                <a:lnTo>
                  <a:pt x="1752163" y="1104899"/>
                </a:lnTo>
                <a:lnTo>
                  <a:pt x="1766364" y="1035321"/>
                </a:lnTo>
                <a:lnTo>
                  <a:pt x="1775052" y="963888"/>
                </a:lnTo>
                <a:lnTo>
                  <a:pt x="1778000" y="890828"/>
                </a:lnTo>
                <a:lnTo>
                  <a:pt x="1775052" y="817767"/>
                </a:lnTo>
                <a:lnTo>
                  <a:pt x="1766364" y="746333"/>
                </a:lnTo>
                <a:lnTo>
                  <a:pt x="1752163" y="676754"/>
                </a:lnTo>
                <a:lnTo>
                  <a:pt x="1732678" y="609260"/>
                </a:lnTo>
                <a:lnTo>
                  <a:pt x="1708138" y="544080"/>
                </a:lnTo>
                <a:lnTo>
                  <a:pt x="1678771" y="481444"/>
                </a:lnTo>
                <a:lnTo>
                  <a:pt x="1644807" y="421580"/>
                </a:lnTo>
                <a:lnTo>
                  <a:pt x="1606474" y="364719"/>
                </a:lnTo>
                <a:lnTo>
                  <a:pt x="1564002" y="311089"/>
                </a:lnTo>
                <a:lnTo>
                  <a:pt x="1517618" y="260919"/>
                </a:lnTo>
                <a:lnTo>
                  <a:pt x="1467552" y="214440"/>
                </a:lnTo>
                <a:lnTo>
                  <a:pt x="1414032" y="171879"/>
                </a:lnTo>
                <a:lnTo>
                  <a:pt x="1357287" y="133468"/>
                </a:lnTo>
                <a:lnTo>
                  <a:pt x="1297547" y="99433"/>
                </a:lnTo>
                <a:lnTo>
                  <a:pt x="1235039" y="70006"/>
                </a:lnTo>
                <a:lnTo>
                  <a:pt x="1169993" y="45415"/>
                </a:lnTo>
                <a:lnTo>
                  <a:pt x="1102637" y="25890"/>
                </a:lnTo>
                <a:lnTo>
                  <a:pt x="1033200" y="11659"/>
                </a:lnTo>
                <a:lnTo>
                  <a:pt x="961911" y="2953"/>
                </a:lnTo>
                <a:lnTo>
                  <a:pt x="889000" y="0"/>
                </a:lnTo>
                <a:close/>
              </a:path>
            </a:pathLst>
          </a:custGeom>
          <a:gradFill flip="none" rotWithShape="1">
            <a:gsLst>
              <a:gs pos="53000">
                <a:schemeClr val="bg2">
                  <a:lumMod val="25000"/>
                </a:schemeClr>
              </a:gs>
              <a:gs pos="0">
                <a:schemeClr val="bg2">
                  <a:lumMod val="10000"/>
                </a:schemeClr>
              </a:gs>
              <a:gs pos="100000">
                <a:schemeClr val="bg2">
                  <a:lumMod val="50000"/>
                </a:schemeClr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>
                    <a:lumMod val="75000"/>
                  </a:schemeClr>
                </a:gs>
                <a:gs pos="100000">
                  <a:schemeClr val="tx1">
                    <a:lumMod val="85000"/>
                    <a:lumOff val="1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95" name="Picture 730" descr="Icons of three circles connected to a PC">
            <a:extLst>
              <a:ext uri="{FF2B5EF4-FFF2-40B4-BE49-F238E27FC236}">
                <a16:creationId xmlns:a16="http://schemas.microsoft.com/office/drawing/2014/main" id="{150D56EE-236B-098E-4162-D328B1ACDB1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84387" y="6243706"/>
            <a:ext cx="437388" cy="217932"/>
          </a:xfrm>
          <a:prstGeom prst="rect">
            <a:avLst/>
          </a:prstGeom>
        </p:spPr>
      </p:pic>
      <p:sp>
        <p:nvSpPr>
          <p:cNvPr id="96" name="TextBox 731">
            <a:extLst>
              <a:ext uri="{FF2B5EF4-FFF2-40B4-BE49-F238E27FC236}">
                <a16:creationId xmlns:a16="http://schemas.microsoft.com/office/drawing/2014/main" id="{785C9300-FBEF-E1F9-CC63-21B9ED60EBF6}"/>
              </a:ext>
            </a:extLst>
          </p:cNvPr>
          <p:cNvSpPr txBox="1"/>
          <p:nvPr/>
        </p:nvSpPr>
        <p:spPr>
          <a:xfrm>
            <a:off x="9970511" y="6197334"/>
            <a:ext cx="807562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algn="ctr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ct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Potential sabotage</a:t>
            </a:r>
          </a:p>
        </p:txBody>
      </p:sp>
      <p:sp>
        <p:nvSpPr>
          <p:cNvPr id="97" name="Freeform: Shape 732" descr="Arrow going upwards">
            <a:extLst>
              <a:ext uri="{FF2B5EF4-FFF2-40B4-BE49-F238E27FC236}">
                <a16:creationId xmlns:a16="http://schemas.microsoft.com/office/drawing/2014/main" id="{A717404C-58AF-61C9-1B70-4A409EFC3667}"/>
              </a:ext>
            </a:extLst>
          </p:cNvPr>
          <p:cNvSpPr/>
          <p:nvPr/>
        </p:nvSpPr>
        <p:spPr bwMode="auto">
          <a:xfrm>
            <a:off x="8398254" y="2312149"/>
            <a:ext cx="3242310" cy="3397726"/>
          </a:xfrm>
          <a:custGeom>
            <a:avLst/>
            <a:gdLst>
              <a:gd name="connsiteX0" fmla="*/ 0 w 3340100"/>
              <a:gd name="connsiteY0" fmla="*/ 3479800 h 3479800"/>
              <a:gd name="connsiteX1" fmla="*/ 0 w 3340100"/>
              <a:gd name="connsiteY1" fmla="*/ 2984500 h 3479800"/>
              <a:gd name="connsiteX2" fmla="*/ 3340100 w 3340100"/>
              <a:gd name="connsiteY2" fmla="*/ 2984500 h 3479800"/>
              <a:gd name="connsiteX3" fmla="*/ 3340100 w 3340100"/>
              <a:gd name="connsiteY3" fmla="*/ 0 h 3479800"/>
              <a:gd name="connsiteX4" fmla="*/ 2895600 w 3340100"/>
              <a:gd name="connsiteY4" fmla="*/ 0 h 3479800"/>
              <a:gd name="connsiteX0" fmla="*/ 0 w 3340100"/>
              <a:gd name="connsiteY0" fmla="*/ 3492511 h 3492511"/>
              <a:gd name="connsiteX1" fmla="*/ 0 w 3340100"/>
              <a:gd name="connsiteY1" fmla="*/ 2997211 h 3492511"/>
              <a:gd name="connsiteX2" fmla="*/ 3340100 w 3340100"/>
              <a:gd name="connsiteY2" fmla="*/ 2997211 h 3492511"/>
              <a:gd name="connsiteX3" fmla="*/ 3340100 w 3340100"/>
              <a:gd name="connsiteY3" fmla="*/ 12711 h 3492511"/>
              <a:gd name="connsiteX4" fmla="*/ 1882069 w 3340100"/>
              <a:gd name="connsiteY4" fmla="*/ 0 h 3492511"/>
              <a:gd name="connsiteX0" fmla="*/ 0 w 3340100"/>
              <a:gd name="connsiteY0" fmla="*/ 3486156 h 3486156"/>
              <a:gd name="connsiteX1" fmla="*/ 0 w 3340100"/>
              <a:gd name="connsiteY1" fmla="*/ 2990856 h 3486156"/>
              <a:gd name="connsiteX2" fmla="*/ 3340100 w 3340100"/>
              <a:gd name="connsiteY2" fmla="*/ 2990856 h 3486156"/>
              <a:gd name="connsiteX3" fmla="*/ 3340100 w 3340100"/>
              <a:gd name="connsiteY3" fmla="*/ 6356 h 3486156"/>
              <a:gd name="connsiteX4" fmla="*/ 1882069 w 3340100"/>
              <a:gd name="connsiteY4" fmla="*/ 0 h 3486156"/>
              <a:gd name="connsiteX0" fmla="*/ 0 w 3340100"/>
              <a:gd name="connsiteY0" fmla="*/ 3486156 h 3486156"/>
              <a:gd name="connsiteX1" fmla="*/ 0 w 3340100"/>
              <a:gd name="connsiteY1" fmla="*/ 2990856 h 3486156"/>
              <a:gd name="connsiteX2" fmla="*/ 3340100 w 3340100"/>
              <a:gd name="connsiteY2" fmla="*/ 2990856 h 3486156"/>
              <a:gd name="connsiteX3" fmla="*/ 3340100 w 3340100"/>
              <a:gd name="connsiteY3" fmla="*/ 6356 h 3486156"/>
              <a:gd name="connsiteX4" fmla="*/ 2070633 w 3340100"/>
              <a:gd name="connsiteY4" fmla="*/ 0 h 3486156"/>
              <a:gd name="connsiteX0" fmla="*/ 0 w 3340100"/>
              <a:gd name="connsiteY0" fmla="*/ 3486156 h 3486156"/>
              <a:gd name="connsiteX1" fmla="*/ 0 w 3340100"/>
              <a:gd name="connsiteY1" fmla="*/ 2990856 h 3486156"/>
              <a:gd name="connsiteX2" fmla="*/ 3340100 w 3340100"/>
              <a:gd name="connsiteY2" fmla="*/ 2990856 h 3486156"/>
              <a:gd name="connsiteX3" fmla="*/ 3340100 w 3340100"/>
              <a:gd name="connsiteY3" fmla="*/ 6356 h 3486156"/>
              <a:gd name="connsiteX4" fmla="*/ 1955727 w 3340100"/>
              <a:gd name="connsiteY4" fmla="*/ 0 h 3486156"/>
              <a:gd name="connsiteX0" fmla="*/ 0 w 3340100"/>
              <a:gd name="connsiteY0" fmla="*/ 3479955 h 3479955"/>
              <a:gd name="connsiteX1" fmla="*/ 0 w 3340100"/>
              <a:gd name="connsiteY1" fmla="*/ 2984655 h 3479955"/>
              <a:gd name="connsiteX2" fmla="*/ 3340100 w 3340100"/>
              <a:gd name="connsiteY2" fmla="*/ 2984655 h 3479955"/>
              <a:gd name="connsiteX3" fmla="*/ 3340100 w 3340100"/>
              <a:gd name="connsiteY3" fmla="*/ 155 h 3479955"/>
              <a:gd name="connsiteX4" fmla="*/ 2640692 w 3340100"/>
              <a:gd name="connsiteY4" fmla="*/ 16365 h 3479955"/>
              <a:gd name="connsiteX0" fmla="*/ 0 w 3340100"/>
              <a:gd name="connsiteY0" fmla="*/ 3479800 h 3479800"/>
              <a:gd name="connsiteX1" fmla="*/ 0 w 3340100"/>
              <a:gd name="connsiteY1" fmla="*/ 2984500 h 3479800"/>
              <a:gd name="connsiteX2" fmla="*/ 3340100 w 3340100"/>
              <a:gd name="connsiteY2" fmla="*/ 2984500 h 3479800"/>
              <a:gd name="connsiteX3" fmla="*/ 3340100 w 3340100"/>
              <a:gd name="connsiteY3" fmla="*/ 0 h 347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40100" h="3479800">
                <a:moveTo>
                  <a:pt x="0" y="3479800"/>
                </a:moveTo>
                <a:lnTo>
                  <a:pt x="0" y="2984500"/>
                </a:lnTo>
                <a:lnTo>
                  <a:pt x="3340100" y="2984500"/>
                </a:lnTo>
                <a:lnTo>
                  <a:pt x="3340100" y="0"/>
                </a:lnTo>
              </a:path>
            </a:pathLst>
          </a:cu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"/>
              <a:ea typeface="+mn-ea"/>
              <a:cs typeface="+mn-cs"/>
            </a:endParaRPr>
          </a:p>
        </p:txBody>
      </p:sp>
      <p:sp>
        <p:nvSpPr>
          <p:cNvPr id="98" name="TextBox 115">
            <a:hlinkClick r:id="rId30" tooltip="Azure Defender (formerly ASC Standard) provides XDR capabilities to simplify detection, automated investigation and response for Azure resources (Linux and Windows VMs, Networks, Kubernetes/Containers, SQL, Storage, IoT/OT, and more) "/>
            <a:extLst>
              <a:ext uri="{FF2B5EF4-FFF2-40B4-BE49-F238E27FC236}">
                <a16:creationId xmlns:a16="http://schemas.microsoft.com/office/drawing/2014/main" id="{91F41BA4-B9A1-4033-3622-39F4AF5D5C54}"/>
              </a:ext>
            </a:extLst>
          </p:cNvPr>
          <p:cNvSpPr txBox="1"/>
          <p:nvPr/>
        </p:nvSpPr>
        <p:spPr>
          <a:xfrm>
            <a:off x="2478536" y="3691012"/>
            <a:ext cx="2449666" cy="795422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Microsoft Defender for Cloud</a:t>
            </a:r>
          </a:p>
        </p:txBody>
      </p:sp>
      <p:sp>
        <p:nvSpPr>
          <p:cNvPr id="99" name="TextBox 1">
            <a:hlinkClick r:id="rId25" tooltip="Insider risk management in Microsoft 365 helps minimize internal risks by enabling you to detect, investigate, and act on malicious and inadvertent activities in your organization."/>
            <a:extLst>
              <a:ext uri="{FF2B5EF4-FFF2-40B4-BE49-F238E27FC236}">
                <a16:creationId xmlns:a16="http://schemas.microsoft.com/office/drawing/2014/main" id="{8FCA0E0B-3B27-772B-1430-1C3CB285A2BF}"/>
              </a:ext>
            </a:extLst>
          </p:cNvPr>
          <p:cNvSpPr txBox="1"/>
          <p:nvPr/>
        </p:nvSpPr>
        <p:spPr>
          <a:xfrm>
            <a:off x="6317834" y="4956592"/>
            <a:ext cx="1389804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Insider risk </a:t>
            </a:r>
            <a:b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</a:b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management</a:t>
            </a:r>
          </a:p>
        </p:txBody>
      </p:sp>
      <p:sp>
        <p:nvSpPr>
          <p:cNvPr id="100" name="Rectangle 118">
            <a:hlinkClick r:id="rId6" tooltip="Microsoft Defender for Endpoints (formerly Defender ATP) provides Endpoint Detection and Response (EDR), Threat and Vulnerability Management (TVM),  automated incident investigation/remediation, and more for Windows, Linux, iOS, and Android"/>
            <a:extLst>
              <a:ext uri="{FF2B5EF4-FFF2-40B4-BE49-F238E27FC236}">
                <a16:creationId xmlns:a16="http://schemas.microsoft.com/office/drawing/2014/main" id="{9D4AB364-90EC-0F08-3890-8A1CC7BEE6C4}"/>
              </a:ext>
            </a:extLst>
          </p:cNvPr>
          <p:cNvSpPr/>
          <p:nvPr/>
        </p:nvSpPr>
        <p:spPr bwMode="auto">
          <a:xfrm>
            <a:off x="2323385" y="1116855"/>
            <a:ext cx="3957756" cy="396873"/>
          </a:xfrm>
          <a:prstGeom prst="rect">
            <a:avLst/>
          </a:prstGeom>
          <a:noFill/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91440" rIns="91440" bIns="9144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Segoe UI" charset="0"/>
              </a:rPr>
              <a:t>Defender for IoT (&amp; OT)</a:t>
            </a:r>
          </a:p>
        </p:txBody>
      </p:sp>
      <p:cxnSp>
        <p:nvCxnSpPr>
          <p:cNvPr id="101" name="Connector: Elbow 121" descr="Arrow going downwards">
            <a:extLst>
              <a:ext uri="{FF2B5EF4-FFF2-40B4-BE49-F238E27FC236}">
                <a16:creationId xmlns:a16="http://schemas.microsoft.com/office/drawing/2014/main" id="{035408E2-683C-BB61-8008-F23A3F0E8B6D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53078" y="2294612"/>
            <a:ext cx="1116394" cy="832053"/>
          </a:xfrm>
          <a:prstGeom prst="bentConnector3">
            <a:avLst>
              <a:gd name="adj1" fmla="val 53589"/>
            </a:avLst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Group 9">
            <a:extLst>
              <a:ext uri="{FF2B5EF4-FFF2-40B4-BE49-F238E27FC236}">
                <a16:creationId xmlns:a16="http://schemas.microsoft.com/office/drawing/2014/main" id="{A3FD9643-0C0E-6D30-E53D-5556258079C4}"/>
              </a:ext>
            </a:extLst>
          </p:cNvPr>
          <p:cNvGrpSpPr/>
          <p:nvPr/>
        </p:nvGrpSpPr>
        <p:grpSpPr>
          <a:xfrm>
            <a:off x="5605357" y="1609851"/>
            <a:ext cx="548640" cy="548640"/>
            <a:chOff x="4277076" y="1552108"/>
            <a:chExt cx="548640" cy="548640"/>
          </a:xfrm>
        </p:grpSpPr>
        <p:sp>
          <p:nvSpPr>
            <p:cNvPr id="103" name="Oval 227">
              <a:extLst>
                <a:ext uri="{FF2B5EF4-FFF2-40B4-BE49-F238E27FC236}">
                  <a16:creationId xmlns:a16="http://schemas.microsoft.com/office/drawing/2014/main" id="{C356209B-F963-403A-0540-7AE37BEE9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277076" y="1552108"/>
              <a:ext cx="548640" cy="548640"/>
            </a:xfrm>
            <a:prstGeom prst="ellipse">
              <a:avLst/>
            </a:prstGeom>
            <a:gradFill flip="none" rotWithShape="1">
              <a:gsLst>
                <a:gs pos="26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5400000" scaled="0"/>
              <a:tileRect/>
            </a:gradFill>
            <a:ln w="63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headEnd type="none" w="med" len="med"/>
              <a:tailEnd type="none" w="med" len="med"/>
            </a:ln>
            <a:effectLst>
              <a:outerShdw blurRad="101600" dist="50800" dir="5400000" algn="t" rotWithShape="0">
                <a:prstClr val="black">
                  <a:alpha val="48000"/>
                </a:prstClr>
              </a:outerShdw>
              <a:softEdge rad="0"/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pic>
          <p:nvPicPr>
            <p:cNvPr id="104" name="Graphic 5" descr="Factory">
              <a:extLst>
                <a:ext uri="{FF2B5EF4-FFF2-40B4-BE49-F238E27FC236}">
                  <a16:creationId xmlns:a16="http://schemas.microsoft.com/office/drawing/2014/main" id="{3B5834B6-F198-9816-9121-D692814C8254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4384444" y="1660050"/>
              <a:ext cx="350405" cy="350402"/>
            </a:xfrm>
            <a:prstGeom prst="rect">
              <a:avLst/>
            </a:prstGeom>
          </p:spPr>
        </p:pic>
      </p:grpSp>
      <p:sp>
        <p:nvSpPr>
          <p:cNvPr id="105" name="TextBox 122">
            <a:extLst>
              <a:ext uri="{FF2B5EF4-FFF2-40B4-BE49-F238E27FC236}">
                <a16:creationId xmlns:a16="http://schemas.microsoft.com/office/drawing/2014/main" id="{D43A5DDF-5095-DC4B-23E7-D75A58F7A764}"/>
              </a:ext>
            </a:extLst>
          </p:cNvPr>
          <p:cNvSpPr txBox="1"/>
          <p:nvPr/>
        </p:nvSpPr>
        <p:spPr>
          <a:xfrm>
            <a:off x="3947679" y="1637668"/>
            <a:ext cx="1522376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r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Disrupt OT Environment</a:t>
            </a:r>
          </a:p>
        </p:txBody>
      </p:sp>
      <p:sp>
        <p:nvSpPr>
          <p:cNvPr id="106" name="Oval 230">
            <a:extLst>
              <a:ext uri="{FF2B5EF4-FFF2-40B4-BE49-F238E27FC236}">
                <a16:creationId xmlns:a16="http://schemas.microsoft.com/office/drawing/2014/main" id="{0B90A9AF-6E7D-EA92-3092-C6556B4DDA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555207" y="1929039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107" name="Picture 659" descr="icon of a hacker">
            <a:extLst>
              <a:ext uri="{FF2B5EF4-FFF2-40B4-BE49-F238E27FC236}">
                <a16:creationId xmlns:a16="http://schemas.microsoft.com/office/drawing/2014/main" id="{89E8DF8D-29C8-2B5A-A3CB-2C1D9677930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670269" y="2052483"/>
            <a:ext cx="318516" cy="301752"/>
          </a:xfrm>
          <a:prstGeom prst="rect">
            <a:avLst/>
          </a:prstGeom>
        </p:spPr>
      </p:pic>
      <p:sp>
        <p:nvSpPr>
          <p:cNvPr id="108" name="Oval 232">
            <a:extLst>
              <a:ext uri="{FF2B5EF4-FFF2-40B4-BE49-F238E27FC236}">
                <a16:creationId xmlns:a16="http://schemas.microsoft.com/office/drawing/2014/main" id="{478450BB-B5BA-CCE0-8FFE-BD5B53989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6631384" y="3194539"/>
            <a:ext cx="548640" cy="548640"/>
          </a:xfrm>
          <a:prstGeom prst="ellipse">
            <a:avLst/>
          </a:prstGeom>
          <a:gradFill flip="none" rotWithShape="1">
            <a:gsLst>
              <a:gs pos="26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6350">
            <a:gradFill>
              <a:gsLst>
                <a:gs pos="0">
                  <a:schemeClr val="bg1"/>
                </a:gs>
                <a:gs pos="100000">
                  <a:schemeClr val="bg1">
                    <a:lumMod val="65000"/>
                  </a:schemeClr>
                </a:gs>
              </a:gsLst>
              <a:lin ang="5400000" scaled="1"/>
            </a:gradFill>
            <a:headEnd type="none" w="med" len="med"/>
            <a:tailEnd type="none" w="med" len="med"/>
          </a:ln>
          <a:effectLst>
            <a:outerShdw blurRad="101600" dist="50800" dir="5400000" algn="t" rotWithShape="0">
              <a:prstClr val="black">
                <a:alpha val="48000"/>
              </a:prstClr>
            </a:outerShdw>
            <a:softEdge rad="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09" name="TextBox 128">
            <a:extLst>
              <a:ext uri="{FF2B5EF4-FFF2-40B4-BE49-F238E27FC236}">
                <a16:creationId xmlns:a16="http://schemas.microsoft.com/office/drawing/2014/main" id="{57338DBF-A410-1737-2DB7-6872CBA19970}"/>
              </a:ext>
            </a:extLst>
          </p:cNvPr>
          <p:cNvSpPr txBox="1"/>
          <p:nvPr/>
        </p:nvSpPr>
        <p:spPr>
          <a:xfrm>
            <a:off x="3078096" y="1661906"/>
            <a:ext cx="1206384" cy="46166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>
            <a:defPPr>
              <a:defRPr lang="en-US"/>
            </a:defPPr>
            <a:lvl1pPr marR="0" lvl="0" indent="0" defTabSz="91317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000" b="0" i="0" u="none" strike="noStrike" kern="0" cap="none" normalizeH="0" baseline="0">
                <a:ln>
                  <a:noFill/>
                </a:ln>
                <a:solidFill>
                  <a:srgbClr val="E6E6E6">
                    <a:lumMod val="10000"/>
                  </a:srgbClr>
                </a:solidFill>
                <a:effectLst/>
                <a:uLnTx/>
                <a:uFillTx/>
                <a:latin typeface="+mj-lt"/>
                <a:ea typeface="Segoe UI" charset="0"/>
                <a:cs typeface="Segoe UI" charset="0"/>
              </a:defRPr>
            </a:lvl1pPr>
          </a:lstStyle>
          <a:p>
            <a:pPr marL="0" marR="0" lvl="0" indent="0" algn="l" defTabSz="913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cs typeface="Segoe UI" charset="0"/>
              </a:rPr>
              <a:t>IoT Device Exploitation</a:t>
            </a:r>
          </a:p>
        </p:txBody>
      </p:sp>
      <p:cxnSp>
        <p:nvCxnSpPr>
          <p:cNvPr id="110" name="Connector: Elbow 662" descr="Arrow going downwards">
            <a:extLst>
              <a:ext uri="{FF2B5EF4-FFF2-40B4-BE49-F238E27FC236}">
                <a16:creationId xmlns:a16="http://schemas.microsoft.com/office/drawing/2014/main" id="{302C38CA-DA6A-E346-DCE5-D2DBBB7E311F}"/>
              </a:ext>
            </a:extLst>
          </p:cNvPr>
          <p:cNvCxnSpPr>
            <a:cxnSpLocks/>
            <a:stCxn id="106" idx="4"/>
            <a:endCxn id="108" idx="0"/>
          </p:cNvCxnSpPr>
          <p:nvPr/>
        </p:nvCxnSpPr>
        <p:spPr>
          <a:xfrm rot="16200000" flipH="1">
            <a:off x="6509185" y="2798020"/>
            <a:ext cx="716860" cy="76177"/>
          </a:xfrm>
          <a:prstGeom prst="bentConnector3">
            <a:avLst>
              <a:gd name="adj1" fmla="val 50000"/>
            </a:avLst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" name="Picture 665" descr="Icon of a user">
            <a:extLst>
              <a:ext uri="{FF2B5EF4-FFF2-40B4-BE49-F238E27FC236}">
                <a16:creationId xmlns:a16="http://schemas.microsoft.com/office/drawing/2014/main" id="{03C65C53-E3F4-51A4-9AF7-A518BD508ECB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802834" y="3341605"/>
            <a:ext cx="205740" cy="254508"/>
          </a:xfrm>
          <a:prstGeom prst="rect">
            <a:avLst/>
          </a:prstGeom>
        </p:spPr>
      </p:pic>
      <p:cxnSp>
        <p:nvCxnSpPr>
          <p:cNvPr id="112" name="Connector: Elbow 670" descr="Arrow going right">
            <a:extLst>
              <a:ext uri="{FF2B5EF4-FFF2-40B4-BE49-F238E27FC236}">
                <a16:creationId xmlns:a16="http://schemas.microsoft.com/office/drawing/2014/main" id="{12532C65-5DBF-BFFC-9607-7A58E4141EFD}"/>
              </a:ext>
            </a:extLst>
          </p:cNvPr>
          <p:cNvCxnSpPr>
            <a:cxnSpLocks/>
          </p:cNvCxnSpPr>
          <p:nvPr/>
        </p:nvCxnSpPr>
        <p:spPr>
          <a:xfrm rot="16200000" flipH="1">
            <a:off x="7045554" y="3603328"/>
            <a:ext cx="209946" cy="489647"/>
          </a:xfrm>
          <a:prstGeom prst="bentConnector2">
            <a:avLst/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: Elbow 148" descr="Arrow going downwards">
            <a:extLst>
              <a:ext uri="{FF2B5EF4-FFF2-40B4-BE49-F238E27FC236}">
                <a16:creationId xmlns:a16="http://schemas.microsoft.com/office/drawing/2014/main" id="{5A8DA74B-3D5C-E8EB-65AD-DA0E7EE8B6ED}"/>
              </a:ext>
            </a:extLst>
          </p:cNvPr>
          <p:cNvCxnSpPr>
            <a:cxnSpLocks/>
            <a:stCxn id="123" idx="0"/>
            <a:endCxn id="108" idx="2"/>
          </p:cNvCxnSpPr>
          <p:nvPr/>
        </p:nvCxnSpPr>
        <p:spPr>
          <a:xfrm rot="16200000" flipH="1">
            <a:off x="3847125" y="684601"/>
            <a:ext cx="1638893" cy="3929623"/>
          </a:xfrm>
          <a:prstGeom prst="bentConnector4">
            <a:avLst>
              <a:gd name="adj1" fmla="val 28091"/>
              <a:gd name="adj2" fmla="val 60180"/>
            </a:avLst>
          </a:prstGeom>
          <a:ln w="19050" cap="rnd">
            <a:solidFill>
              <a:schemeClr val="accent1">
                <a:lumMod val="75000"/>
              </a:schemeClr>
            </a:solidFill>
            <a:prstDash val="sysDash"/>
            <a:headEnd type="none" w="lg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Group 31">
            <a:extLst>
              <a:ext uri="{FF2B5EF4-FFF2-40B4-BE49-F238E27FC236}">
                <a16:creationId xmlns:a16="http://schemas.microsoft.com/office/drawing/2014/main" id="{C08886A5-665B-E5F8-6ECF-DE4C4077C1A1}"/>
              </a:ext>
            </a:extLst>
          </p:cNvPr>
          <p:cNvGrpSpPr/>
          <p:nvPr/>
        </p:nvGrpSpPr>
        <p:grpSpPr>
          <a:xfrm>
            <a:off x="2425823" y="1616878"/>
            <a:ext cx="548640" cy="548640"/>
            <a:chOff x="2425823" y="1608866"/>
            <a:chExt cx="548640" cy="548640"/>
          </a:xfrm>
        </p:grpSpPr>
        <p:sp>
          <p:nvSpPr>
            <p:cNvPr id="115" name="Oval 239">
              <a:extLst>
                <a:ext uri="{FF2B5EF4-FFF2-40B4-BE49-F238E27FC236}">
                  <a16:creationId xmlns:a16="http://schemas.microsoft.com/office/drawing/2014/main" id="{98590E4E-E936-D0DB-1673-44635AF42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2425823" y="1608866"/>
              <a:ext cx="548640" cy="548640"/>
            </a:xfrm>
            <a:prstGeom prst="ellipse">
              <a:avLst/>
            </a:prstGeom>
            <a:gradFill flip="none" rotWithShape="1">
              <a:gsLst>
                <a:gs pos="26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  <a:gs pos="100000">
                  <a:schemeClr val="bg1"/>
                </a:gs>
              </a:gsLst>
              <a:lin ang="5400000" scaled="0"/>
              <a:tileRect/>
            </a:gradFill>
            <a:ln w="6350">
              <a:gradFill>
                <a:gsLst>
                  <a:gs pos="0">
                    <a:schemeClr val="bg1"/>
                  </a:gs>
                  <a:gs pos="100000">
                    <a:schemeClr val="bg1">
                      <a:lumMod val="65000"/>
                    </a:schemeClr>
                  </a:gs>
                </a:gsLst>
                <a:lin ang="5400000" scaled="1"/>
              </a:gradFill>
              <a:headEnd type="none" w="med" len="med"/>
              <a:tailEnd type="none" w="med" len="med"/>
            </a:ln>
            <a:effectLst>
              <a:outerShdw blurRad="101600" dist="50800" dir="5400000" algn="t" rotWithShape="0">
                <a:prstClr val="black">
                  <a:alpha val="48000"/>
                </a:prstClr>
              </a:outerShdw>
              <a:softEdge rad="0"/>
            </a:effectLst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+mn-ea"/>
                <a:cs typeface="Segoe UI" pitchFamily="34" charset="0"/>
              </a:endParaRPr>
            </a:p>
          </p:txBody>
        </p:sp>
        <p:grpSp>
          <p:nvGrpSpPr>
            <p:cNvPr id="116" name="!! Ops">
              <a:extLst>
                <a:ext uri="{FF2B5EF4-FFF2-40B4-BE49-F238E27FC236}">
                  <a16:creationId xmlns:a16="http://schemas.microsoft.com/office/drawing/2014/main" id="{48876E3F-71FD-13BF-11D3-9D274140B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/>
          </p:nvGrpSpPr>
          <p:grpSpPr>
            <a:xfrm>
              <a:off x="2511940" y="1697506"/>
              <a:ext cx="379641" cy="382863"/>
              <a:chOff x="10351024" y="3989686"/>
              <a:chExt cx="379641" cy="382863"/>
            </a:xfrm>
            <a:solidFill>
              <a:srgbClr val="737373"/>
            </a:solidFill>
          </p:grpSpPr>
          <p:sp>
            <p:nvSpPr>
              <p:cNvPr id="117" name="Rectangle 130">
                <a:extLst>
                  <a:ext uri="{FF2B5EF4-FFF2-40B4-BE49-F238E27FC236}">
                    <a16:creationId xmlns:a16="http://schemas.microsoft.com/office/drawing/2014/main" id="{59147019-D29B-71C8-086E-41248B330A2A}"/>
                  </a:ext>
                </a:extLst>
              </p:cNvPr>
              <p:cNvSpPr/>
              <p:nvPr/>
            </p:nvSpPr>
            <p:spPr bwMode="auto">
              <a:xfrm rot="19125560" flipH="1">
                <a:off x="10481265" y="4049972"/>
                <a:ext cx="18288" cy="133937"/>
              </a:xfrm>
              <a:prstGeom prst="rect">
                <a:avLst/>
              </a:prstGeom>
              <a:grpFill/>
              <a:ln w="3175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8" name="Rectangle 131">
                <a:extLst>
                  <a:ext uri="{FF2B5EF4-FFF2-40B4-BE49-F238E27FC236}">
                    <a16:creationId xmlns:a16="http://schemas.microsoft.com/office/drawing/2014/main" id="{7F8E9D46-124C-CA59-BC08-29273E5A7235}"/>
                  </a:ext>
                </a:extLst>
              </p:cNvPr>
              <p:cNvSpPr/>
              <p:nvPr/>
            </p:nvSpPr>
            <p:spPr bwMode="auto">
              <a:xfrm rot="2161206" flipH="1">
                <a:off x="10595091" y="4024737"/>
                <a:ext cx="18288" cy="133937"/>
              </a:xfrm>
              <a:prstGeom prst="rect">
                <a:avLst/>
              </a:prstGeom>
              <a:grpFill/>
              <a:ln w="3175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19" name="Rectangle 132">
                <a:extLst>
                  <a:ext uri="{FF2B5EF4-FFF2-40B4-BE49-F238E27FC236}">
                    <a16:creationId xmlns:a16="http://schemas.microsoft.com/office/drawing/2014/main" id="{9B46C1D5-EDB0-5B0C-9D9B-1008A1D1BDFB}"/>
                  </a:ext>
                </a:extLst>
              </p:cNvPr>
              <p:cNvSpPr/>
              <p:nvPr/>
            </p:nvSpPr>
            <p:spPr bwMode="auto">
              <a:xfrm rot="3931757" flipH="1">
                <a:off x="10456452" y="4159000"/>
                <a:ext cx="18288" cy="133937"/>
              </a:xfrm>
              <a:prstGeom prst="rect">
                <a:avLst/>
              </a:prstGeom>
              <a:grpFill/>
              <a:ln w="3175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0" name="Rectangle 133">
                <a:extLst>
                  <a:ext uri="{FF2B5EF4-FFF2-40B4-BE49-F238E27FC236}">
                    <a16:creationId xmlns:a16="http://schemas.microsoft.com/office/drawing/2014/main" id="{2A06919F-7DE9-C4CD-29EB-E0E5BA2551E2}"/>
                  </a:ext>
                </a:extLst>
              </p:cNvPr>
              <p:cNvSpPr/>
              <p:nvPr/>
            </p:nvSpPr>
            <p:spPr bwMode="auto">
              <a:xfrm rot="16538738" flipH="1">
                <a:off x="10611276" y="4124704"/>
                <a:ext cx="18288" cy="133937"/>
              </a:xfrm>
              <a:prstGeom prst="rect">
                <a:avLst/>
              </a:prstGeom>
              <a:grpFill/>
              <a:ln w="3175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sp>
            <p:nvSpPr>
              <p:cNvPr id="121" name="Rectangle 134">
                <a:extLst>
                  <a:ext uri="{FF2B5EF4-FFF2-40B4-BE49-F238E27FC236}">
                    <a16:creationId xmlns:a16="http://schemas.microsoft.com/office/drawing/2014/main" id="{9F5AE185-6E6D-303E-C364-C684889F1160}"/>
                  </a:ext>
                </a:extLst>
              </p:cNvPr>
              <p:cNvSpPr/>
              <p:nvPr/>
            </p:nvSpPr>
            <p:spPr bwMode="auto">
              <a:xfrm rot="20658908" flipH="1">
                <a:off x="10562418" y="4195199"/>
                <a:ext cx="18288" cy="133937"/>
              </a:xfrm>
              <a:prstGeom prst="rect">
                <a:avLst/>
              </a:prstGeom>
              <a:grpFill/>
              <a:ln w="3175"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32472" rtl="0" eaLnBrk="1" fontAlgn="base" latinLnBrk="0" hangingPunct="1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>
                  <a:ln>
                    <a:noFill/>
                  </a:ln>
                  <a:gradFill>
                    <a:gsLst>
                      <a:gs pos="0">
                        <a:srgbClr val="FFFFFF"/>
                      </a:gs>
                      <a:gs pos="100000">
                        <a:srgbClr val="FFFFFF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Segoe UI"/>
                  <a:ea typeface="Segoe UI" pitchFamily="34" charset="0"/>
                  <a:cs typeface="Segoe UI" pitchFamily="34" charset="0"/>
                </a:endParaRPr>
              </a:p>
            </p:txBody>
          </p:sp>
          <p:grpSp>
            <p:nvGrpSpPr>
              <p:cNvPr id="122" name="Group 135">
                <a:extLst>
                  <a:ext uri="{FF2B5EF4-FFF2-40B4-BE49-F238E27FC236}">
                    <a16:creationId xmlns:a16="http://schemas.microsoft.com/office/drawing/2014/main" id="{878CA196-A6FC-E4A8-47F8-F499C372AF78}"/>
                  </a:ext>
                </a:extLst>
              </p:cNvPr>
              <p:cNvGrpSpPr/>
              <p:nvPr/>
            </p:nvGrpSpPr>
            <p:grpSpPr>
              <a:xfrm>
                <a:off x="10351024" y="3989686"/>
                <a:ext cx="379641" cy="382863"/>
                <a:chOff x="10351024" y="3989686"/>
                <a:chExt cx="379641" cy="382863"/>
              </a:xfrm>
              <a:grpFill/>
            </p:grpSpPr>
            <p:sp>
              <p:nvSpPr>
                <p:cNvPr id="123" name="Oval 247">
                  <a:extLst>
                    <a:ext uri="{FF2B5EF4-FFF2-40B4-BE49-F238E27FC236}">
                      <a16:creationId xmlns:a16="http://schemas.microsoft.com/office/drawing/2014/main" id="{C4CAEE26-A5B4-2943-010E-EA042E72C410}"/>
                    </a:ext>
                  </a:extLst>
                </p:cNvPr>
                <p:cNvSpPr/>
                <p:nvPr/>
              </p:nvSpPr>
              <p:spPr bwMode="auto">
                <a:xfrm>
                  <a:off x="10471034" y="4114134"/>
                  <a:ext cx="139621" cy="139621"/>
                </a:xfrm>
                <a:prstGeom prst="ellipse">
                  <a:avLst/>
                </a:prstGeom>
                <a:grpFill/>
                <a:ln w="3175"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4" name="Oval 248">
                  <a:extLst>
                    <a:ext uri="{FF2B5EF4-FFF2-40B4-BE49-F238E27FC236}">
                      <a16:creationId xmlns:a16="http://schemas.microsoft.com/office/drawing/2014/main" id="{CF2D4AD2-2F3F-0815-7EAC-7EF6BF38259B}"/>
                    </a:ext>
                  </a:extLst>
                </p:cNvPr>
                <p:cNvSpPr/>
                <p:nvPr/>
              </p:nvSpPr>
              <p:spPr bwMode="auto">
                <a:xfrm>
                  <a:off x="10598471" y="3989686"/>
                  <a:ext cx="85243" cy="85243"/>
                </a:xfrm>
                <a:prstGeom prst="ellipse">
                  <a:avLst/>
                </a:prstGeom>
                <a:grpFill/>
                <a:ln w="3175"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5" name="Oval 249">
                  <a:extLst>
                    <a:ext uri="{FF2B5EF4-FFF2-40B4-BE49-F238E27FC236}">
                      <a16:creationId xmlns:a16="http://schemas.microsoft.com/office/drawing/2014/main" id="{35FED396-D4B6-293F-90EF-3F02910034CA}"/>
                    </a:ext>
                  </a:extLst>
                </p:cNvPr>
                <p:cNvSpPr/>
                <p:nvPr/>
              </p:nvSpPr>
              <p:spPr bwMode="auto">
                <a:xfrm>
                  <a:off x="10399552" y="4016582"/>
                  <a:ext cx="85243" cy="85243"/>
                </a:xfrm>
                <a:prstGeom prst="ellipse">
                  <a:avLst/>
                </a:prstGeom>
                <a:grpFill/>
                <a:ln w="3175"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6" name="Oval 250">
                  <a:extLst>
                    <a:ext uri="{FF2B5EF4-FFF2-40B4-BE49-F238E27FC236}">
                      <a16:creationId xmlns:a16="http://schemas.microsoft.com/office/drawing/2014/main" id="{EBE01860-A2EB-2555-2189-23EA975E2477}"/>
                    </a:ext>
                  </a:extLst>
                </p:cNvPr>
                <p:cNvSpPr/>
                <p:nvPr/>
              </p:nvSpPr>
              <p:spPr bwMode="auto">
                <a:xfrm>
                  <a:off x="10351024" y="4211133"/>
                  <a:ext cx="85243" cy="85243"/>
                </a:xfrm>
                <a:prstGeom prst="ellipse">
                  <a:avLst/>
                </a:prstGeom>
                <a:grpFill/>
                <a:ln w="3175"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7" name="Oval 251">
                  <a:extLst>
                    <a:ext uri="{FF2B5EF4-FFF2-40B4-BE49-F238E27FC236}">
                      <a16:creationId xmlns:a16="http://schemas.microsoft.com/office/drawing/2014/main" id="{9F5B6C03-3D88-F021-E0B0-F74E39C7DFF9}"/>
                    </a:ext>
                  </a:extLst>
                </p:cNvPr>
                <p:cNvSpPr/>
                <p:nvPr/>
              </p:nvSpPr>
              <p:spPr bwMode="auto">
                <a:xfrm>
                  <a:off x="10645422" y="4161163"/>
                  <a:ext cx="85243" cy="85243"/>
                </a:xfrm>
                <a:prstGeom prst="ellipse">
                  <a:avLst/>
                </a:prstGeom>
                <a:grpFill/>
                <a:ln w="3175"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  <p:sp>
              <p:nvSpPr>
                <p:cNvPr id="128" name="Oval 252">
                  <a:extLst>
                    <a:ext uri="{FF2B5EF4-FFF2-40B4-BE49-F238E27FC236}">
                      <a16:creationId xmlns:a16="http://schemas.microsoft.com/office/drawing/2014/main" id="{59EB750C-4CDF-E485-6AC9-9DD573DC5D00}"/>
                    </a:ext>
                  </a:extLst>
                </p:cNvPr>
                <p:cNvSpPr/>
                <p:nvPr/>
              </p:nvSpPr>
              <p:spPr bwMode="auto">
                <a:xfrm>
                  <a:off x="10548422" y="4287306"/>
                  <a:ext cx="85243" cy="85243"/>
                </a:xfrm>
                <a:prstGeom prst="ellipse">
                  <a:avLst/>
                </a:prstGeom>
                <a:grpFill/>
                <a:ln w="3175">
                  <a:noFill/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lvl="0" indent="0" algn="ctr" defTabSz="932472" rtl="0" eaLnBrk="1" fontAlgn="base" latinLnBrk="0" hangingPunct="1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gradFill>
                      <a:gsLst>
                        <a:gs pos="0">
                          <a:srgbClr val="FFFFFF"/>
                        </a:gs>
                        <a:gs pos="100000">
                          <a:srgbClr val="FFFFFF"/>
                        </a:gs>
                      </a:gsLst>
                      <a:lin ang="5400000" scaled="0"/>
                    </a:gradFill>
                    <a:effectLst/>
                    <a:uLnTx/>
                    <a:uFillTx/>
                    <a:latin typeface="Segoe UI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</p:grpSp>
      </p:grpSp>
      <p:sp>
        <p:nvSpPr>
          <p:cNvPr id="129" name="Graphic 8">
            <a:extLst>
              <a:ext uri="{FF2B5EF4-FFF2-40B4-BE49-F238E27FC236}">
                <a16:creationId xmlns:a16="http://schemas.microsoft.com/office/drawing/2014/main" id="{34C29ECD-3D46-813E-454C-E5DDD5A24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9814" y="4274867"/>
            <a:ext cx="12192000" cy="1244600"/>
          </a:xfrm>
          <a:custGeom>
            <a:avLst/>
            <a:gdLst>
              <a:gd name="connsiteX0" fmla="*/ 12192000 w 12192000"/>
              <a:gd name="connsiteY0" fmla="*/ 912495 h 1244600"/>
              <a:gd name="connsiteX1" fmla="*/ 10268585 w 12192000"/>
              <a:gd name="connsiteY1" fmla="*/ 421005 h 1244600"/>
              <a:gd name="connsiteX2" fmla="*/ 6096000 w 12192000"/>
              <a:gd name="connsiteY2" fmla="*/ 0 h 1244600"/>
              <a:gd name="connsiteX3" fmla="*/ 1923415 w 12192000"/>
              <a:gd name="connsiteY3" fmla="*/ 420370 h 1244600"/>
              <a:gd name="connsiteX4" fmla="*/ 0 w 12192000"/>
              <a:gd name="connsiteY4" fmla="*/ 912495 h 1244600"/>
              <a:gd name="connsiteX5" fmla="*/ 0 w 12192000"/>
              <a:gd name="connsiteY5" fmla="*/ 1244600 h 1244600"/>
              <a:gd name="connsiteX6" fmla="*/ 6096000 w 12192000"/>
              <a:gd name="connsiteY6" fmla="*/ 298450 h 1244600"/>
              <a:gd name="connsiteX7" fmla="*/ 12192000 w 12192000"/>
              <a:gd name="connsiteY7" fmla="*/ 1244600 h 1244600"/>
              <a:gd name="connsiteX8" fmla="*/ 12192000 w 12192000"/>
              <a:gd name="connsiteY8" fmla="*/ 912495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244600">
                <a:moveTo>
                  <a:pt x="12192000" y="912495"/>
                </a:moveTo>
                <a:cubicBezTo>
                  <a:pt x="11558905" y="717550"/>
                  <a:pt x="10916285" y="553085"/>
                  <a:pt x="10268585" y="421005"/>
                </a:cubicBezTo>
                <a:cubicBezTo>
                  <a:pt x="8904605" y="141605"/>
                  <a:pt x="7500620" y="0"/>
                  <a:pt x="6096000" y="0"/>
                </a:cubicBezTo>
                <a:cubicBezTo>
                  <a:pt x="4691380" y="0"/>
                  <a:pt x="3287395" y="141605"/>
                  <a:pt x="1923415" y="420370"/>
                </a:cubicBezTo>
                <a:cubicBezTo>
                  <a:pt x="1275715" y="553085"/>
                  <a:pt x="633095" y="717550"/>
                  <a:pt x="0" y="912495"/>
                </a:cubicBezTo>
                <a:lnTo>
                  <a:pt x="0" y="1244600"/>
                </a:lnTo>
                <a:cubicBezTo>
                  <a:pt x="1923415" y="630555"/>
                  <a:pt x="3971290" y="298450"/>
                  <a:pt x="6096000" y="298450"/>
                </a:cubicBezTo>
                <a:cubicBezTo>
                  <a:pt x="8220710" y="298450"/>
                  <a:pt x="10268585" y="630555"/>
                  <a:pt x="12192000" y="1244600"/>
                </a:cubicBezTo>
                <a:lnTo>
                  <a:pt x="12192000" y="912495"/>
                </a:lnTo>
                <a:close/>
              </a:path>
            </a:pathLst>
          </a:custGeom>
          <a:solidFill>
            <a:srgbClr val="E5F3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90500" dist="25400" algn="ctr" rotWithShape="0">
              <a:prstClr val="black">
                <a:alpha val="3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130" name="Graphic 8">
            <a:extLst>
              <a:ext uri="{FF2B5EF4-FFF2-40B4-BE49-F238E27FC236}">
                <a16:creationId xmlns:a16="http://schemas.microsoft.com/office/drawing/2014/main" id="{79A58F8D-DF7E-AE1D-34B7-76AF532033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2" y="4469855"/>
            <a:ext cx="12192000" cy="1244600"/>
          </a:xfrm>
          <a:custGeom>
            <a:avLst/>
            <a:gdLst>
              <a:gd name="connsiteX0" fmla="*/ 12192000 w 12192000"/>
              <a:gd name="connsiteY0" fmla="*/ 912495 h 1244600"/>
              <a:gd name="connsiteX1" fmla="*/ 10268585 w 12192000"/>
              <a:gd name="connsiteY1" fmla="*/ 421005 h 1244600"/>
              <a:gd name="connsiteX2" fmla="*/ 6096000 w 12192000"/>
              <a:gd name="connsiteY2" fmla="*/ 0 h 1244600"/>
              <a:gd name="connsiteX3" fmla="*/ 1923415 w 12192000"/>
              <a:gd name="connsiteY3" fmla="*/ 420370 h 1244600"/>
              <a:gd name="connsiteX4" fmla="*/ 0 w 12192000"/>
              <a:gd name="connsiteY4" fmla="*/ 912495 h 1244600"/>
              <a:gd name="connsiteX5" fmla="*/ 0 w 12192000"/>
              <a:gd name="connsiteY5" fmla="*/ 1244600 h 1244600"/>
              <a:gd name="connsiteX6" fmla="*/ 6096000 w 12192000"/>
              <a:gd name="connsiteY6" fmla="*/ 298450 h 1244600"/>
              <a:gd name="connsiteX7" fmla="*/ 12192000 w 12192000"/>
              <a:gd name="connsiteY7" fmla="*/ 1244600 h 1244600"/>
              <a:gd name="connsiteX8" fmla="*/ 12192000 w 12192000"/>
              <a:gd name="connsiteY8" fmla="*/ 912495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1244600">
                <a:moveTo>
                  <a:pt x="12192000" y="912495"/>
                </a:moveTo>
                <a:cubicBezTo>
                  <a:pt x="11558905" y="717550"/>
                  <a:pt x="10916285" y="553085"/>
                  <a:pt x="10268585" y="421005"/>
                </a:cubicBezTo>
                <a:cubicBezTo>
                  <a:pt x="8904605" y="141605"/>
                  <a:pt x="7500620" y="0"/>
                  <a:pt x="6096000" y="0"/>
                </a:cubicBezTo>
                <a:cubicBezTo>
                  <a:pt x="4691380" y="0"/>
                  <a:pt x="3287395" y="141605"/>
                  <a:pt x="1923415" y="420370"/>
                </a:cubicBezTo>
                <a:cubicBezTo>
                  <a:pt x="1275715" y="553085"/>
                  <a:pt x="633095" y="717550"/>
                  <a:pt x="0" y="912495"/>
                </a:cubicBezTo>
                <a:lnTo>
                  <a:pt x="0" y="1244600"/>
                </a:lnTo>
                <a:cubicBezTo>
                  <a:pt x="1923415" y="630555"/>
                  <a:pt x="3971290" y="298450"/>
                  <a:pt x="6096000" y="298450"/>
                </a:cubicBezTo>
                <a:cubicBezTo>
                  <a:pt x="8220710" y="298450"/>
                  <a:pt x="10268585" y="630555"/>
                  <a:pt x="12192000" y="1244600"/>
                </a:cubicBezTo>
                <a:lnTo>
                  <a:pt x="12192000" y="912495"/>
                </a:lnTo>
                <a:close/>
              </a:path>
            </a:pathLst>
          </a:custGeom>
          <a:solidFill>
            <a:srgbClr val="E5F3FF"/>
          </a:solidFill>
          <a:ln w="9525" cap="flat" cmpd="sng" algn="ctr">
            <a:noFill/>
            <a:prstDash val="solid"/>
            <a:headEnd type="none" w="med" len="med"/>
            <a:tailEnd type="none" w="med" len="med"/>
          </a:ln>
          <a:effectLst>
            <a:outerShdw blurRad="190500" dist="25400" algn="ctr" rotWithShape="0">
              <a:prstClr val="black">
                <a:alpha val="30000"/>
              </a:prstClr>
            </a:outerShdw>
          </a:effectLst>
        </p:spPr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pic>
        <p:nvPicPr>
          <p:cNvPr id="131" name="Picture 644" descr="Icon of a computer screen with a group of people inside it">
            <a:extLst>
              <a:ext uri="{FF2B5EF4-FFF2-40B4-BE49-F238E27FC236}">
                <a16:creationId xmlns:a16="http://schemas.microsoft.com/office/drawing/2014/main" id="{983A345D-F994-08BB-E066-FE4D2D4BC6F8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395214" y="4235133"/>
            <a:ext cx="312420" cy="243840"/>
          </a:xfrm>
          <a:prstGeom prst="rect">
            <a:avLst/>
          </a:prstGeom>
        </p:spPr>
      </p:pic>
      <p:grpSp>
        <p:nvGrpSpPr>
          <p:cNvPr id="132" name="Group 112">
            <a:extLst>
              <a:ext uri="{FF2B5EF4-FFF2-40B4-BE49-F238E27FC236}">
                <a16:creationId xmlns:a16="http://schemas.microsoft.com/office/drawing/2014/main" id="{254505CC-9E64-1DFF-ED9B-DC7C730F106D}"/>
              </a:ext>
            </a:extLst>
          </p:cNvPr>
          <p:cNvGrpSpPr/>
          <p:nvPr/>
        </p:nvGrpSpPr>
        <p:grpSpPr>
          <a:xfrm>
            <a:off x="0" y="4293249"/>
            <a:ext cx="12192000" cy="3361269"/>
            <a:chOff x="0" y="4309820"/>
            <a:chExt cx="12192000" cy="3361269"/>
          </a:xfrm>
        </p:grpSpPr>
        <p:sp>
          <p:nvSpPr>
            <p:cNvPr id="133" name="Graphic 8">
              <a:extLst>
                <a:ext uri="{FF2B5EF4-FFF2-40B4-BE49-F238E27FC236}">
                  <a16:creationId xmlns:a16="http://schemas.microsoft.com/office/drawing/2014/main" id="{D0843693-A7DF-E437-22AB-C26A40A1B8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4309820"/>
              <a:ext cx="12192000" cy="1244600"/>
            </a:xfrm>
            <a:custGeom>
              <a:avLst/>
              <a:gdLst>
                <a:gd name="connsiteX0" fmla="*/ 12192000 w 12192000"/>
                <a:gd name="connsiteY0" fmla="*/ 912495 h 1244600"/>
                <a:gd name="connsiteX1" fmla="*/ 10268585 w 12192000"/>
                <a:gd name="connsiteY1" fmla="*/ 421005 h 1244600"/>
                <a:gd name="connsiteX2" fmla="*/ 6096000 w 12192000"/>
                <a:gd name="connsiteY2" fmla="*/ 0 h 1244600"/>
                <a:gd name="connsiteX3" fmla="*/ 1923415 w 12192000"/>
                <a:gd name="connsiteY3" fmla="*/ 420370 h 1244600"/>
                <a:gd name="connsiteX4" fmla="*/ 0 w 12192000"/>
                <a:gd name="connsiteY4" fmla="*/ 912495 h 1244600"/>
                <a:gd name="connsiteX5" fmla="*/ 0 w 12192000"/>
                <a:gd name="connsiteY5" fmla="*/ 1244600 h 1244600"/>
                <a:gd name="connsiteX6" fmla="*/ 6096000 w 12192000"/>
                <a:gd name="connsiteY6" fmla="*/ 298450 h 1244600"/>
                <a:gd name="connsiteX7" fmla="*/ 12192000 w 12192000"/>
                <a:gd name="connsiteY7" fmla="*/ 1244600 h 1244600"/>
                <a:gd name="connsiteX8" fmla="*/ 12192000 w 12192000"/>
                <a:gd name="connsiteY8" fmla="*/ 912495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192000" h="1244600">
                  <a:moveTo>
                    <a:pt x="12192000" y="912495"/>
                  </a:moveTo>
                  <a:cubicBezTo>
                    <a:pt x="11558905" y="717550"/>
                    <a:pt x="10916285" y="553085"/>
                    <a:pt x="10268585" y="421005"/>
                  </a:cubicBezTo>
                  <a:cubicBezTo>
                    <a:pt x="8904605" y="141605"/>
                    <a:pt x="7500620" y="0"/>
                    <a:pt x="6096000" y="0"/>
                  </a:cubicBezTo>
                  <a:cubicBezTo>
                    <a:pt x="4691380" y="0"/>
                    <a:pt x="3287395" y="141605"/>
                    <a:pt x="1923415" y="420370"/>
                  </a:cubicBezTo>
                  <a:cubicBezTo>
                    <a:pt x="1275715" y="553085"/>
                    <a:pt x="633095" y="717550"/>
                    <a:pt x="0" y="912495"/>
                  </a:cubicBezTo>
                  <a:lnTo>
                    <a:pt x="0" y="1244600"/>
                  </a:lnTo>
                  <a:cubicBezTo>
                    <a:pt x="1923415" y="630555"/>
                    <a:pt x="3971290" y="298450"/>
                    <a:pt x="6096000" y="298450"/>
                  </a:cubicBezTo>
                  <a:cubicBezTo>
                    <a:pt x="8220710" y="298450"/>
                    <a:pt x="10268585" y="630555"/>
                    <a:pt x="12192000" y="1244600"/>
                  </a:cubicBezTo>
                  <a:lnTo>
                    <a:pt x="12192000" y="912495"/>
                  </a:lnTo>
                  <a:close/>
                </a:path>
              </a:pathLst>
            </a:custGeom>
            <a:solidFill>
              <a:srgbClr val="0072C6"/>
            </a:solidFill>
            <a:ln w="9525" cap="flat">
              <a:noFill/>
              <a:prstDash val="solid"/>
              <a:miter/>
            </a:ln>
            <a:effectLst/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sp>
          <p:nvSpPr>
            <p:cNvPr id="134" name="TextBox 117">
              <a:hlinkClick r:id="rId35" tooltip="Microsoft Azure Sentinel is a cloud native SIEM+SOAR solution that uses UEBA and ML to rapidly detect, hunt for, and remediate threats across your enterprise (including IT, IoT, and OT environments)"/>
              <a:extLst>
                <a:ext uri="{FF2B5EF4-FFF2-40B4-BE49-F238E27FC236}">
                  <a16:creationId xmlns:a16="http://schemas.microsoft.com/office/drawing/2014/main" id="{37C787E7-98BA-A226-BAB3-702A4F595DCC}"/>
                </a:ext>
              </a:extLst>
            </p:cNvPr>
            <p:cNvSpPr txBox="1"/>
            <p:nvPr/>
          </p:nvSpPr>
          <p:spPr>
            <a:xfrm>
              <a:off x="313222" y="4488827"/>
              <a:ext cx="11327342" cy="3182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lIns="0" tIns="0" rIns="0" bIns="0" rtlCol="0">
              <a:prstTxWarp prst="textArchUp">
                <a:avLst>
                  <a:gd name="adj" fmla="val 10977047"/>
                </a:avLst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Microsoft Defender XDR + Microsoft Sentinel</a:t>
              </a:r>
            </a:p>
          </p:txBody>
        </p:sp>
      </p:grpSp>
      <p:sp>
        <p:nvSpPr>
          <p:cNvPr id="135" name="TextBox 21">
            <a:hlinkClick r:id="rId35" tooltip="Microsoft Azure Sentinel is a cloud native SIEM+SOAR solution that uses UEBA and ML to rapidly detect, hunt for, and remediate threats across your enterprise (including IT, IoT, and OT environments)"/>
            <a:extLst>
              <a:ext uri="{FF2B5EF4-FFF2-40B4-BE49-F238E27FC236}">
                <a16:creationId xmlns:a16="http://schemas.microsoft.com/office/drawing/2014/main" id="{C8792F12-D9DF-CD85-0EBF-3FCAA2EECD40}"/>
              </a:ext>
            </a:extLst>
          </p:cNvPr>
          <p:cNvSpPr txBox="1"/>
          <p:nvPr/>
        </p:nvSpPr>
        <p:spPr>
          <a:xfrm>
            <a:off x="412515" y="4697786"/>
            <a:ext cx="11327342" cy="3182262"/>
          </a:xfrm>
          <a:prstGeom prst="rect">
            <a:avLst/>
          </a:prstGeom>
          <a:noFill/>
        </p:spPr>
        <p:txBody>
          <a:bodyPr wrap="square" lIns="0" tIns="0" rIns="0" bIns="0" rtlCol="0">
            <a:prstTxWarp prst="textArchUp">
              <a:avLst>
                <a:gd name="adj" fmla="val 10977047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Security Copilot </a:t>
            </a:r>
            <a:r>
              <a:rPr kumimoji="0" lang="en-US" sz="1100" b="1" i="1" u="none" strike="noStrike" kern="1200" cap="none" spc="0" normalizeH="0" baseline="0" noProof="0">
                <a:ln>
                  <a:noFill/>
                </a:ln>
                <a:solidFill>
                  <a:srgbClr val="282828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(Preview)</a:t>
            </a:r>
            <a:endParaRPr kumimoji="0" lang="en-US" sz="1050" b="1" i="1" u="none" strike="noStrike" kern="1200" cap="none" spc="0" normalizeH="0" baseline="0" noProof="0">
              <a:ln>
                <a:noFill/>
              </a:ln>
              <a:solidFill>
                <a:srgbClr val="282828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274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82C2D-513C-434D-84D2-58F4896E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6B544435-8117-6DBC-CC71-820824765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89B0C9-2217-CCCB-039C-A26B154DB4BA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E95F0-2910-E65F-1E19-31129C628075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8480F36E-A028-0DEE-FAD0-0CCFC395F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290613C-0C28-B3A8-4111-A9E845BC9D06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 descr="Ein Bild, das Screenshot, Text, Schrift enthält.&#10;&#10;KI-generierte Inhalte können fehlerhaft sein.">
            <a:extLst>
              <a:ext uri="{FF2B5EF4-FFF2-40B4-BE49-F238E27FC236}">
                <a16:creationId xmlns:a16="http://schemas.microsoft.com/office/drawing/2014/main" id="{F6D51C69-8A02-FF75-2C40-F4C10A4621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510" y="2257697"/>
            <a:ext cx="10980410" cy="3454511"/>
          </a:xfrm>
          <a:prstGeom prst="rect">
            <a:avLst/>
          </a:prstGeom>
        </p:spPr>
      </p:pic>
      <p:sp>
        <p:nvSpPr>
          <p:cNvPr id="6" name="TextBox 16">
            <a:extLst>
              <a:ext uri="{FF2B5EF4-FFF2-40B4-BE49-F238E27FC236}">
                <a16:creationId xmlns:a16="http://schemas.microsoft.com/office/drawing/2014/main" id="{05EA515E-F285-5B20-8709-BC6EF3B0EB57}"/>
              </a:ext>
            </a:extLst>
          </p:cNvPr>
          <p:cNvSpPr txBox="1"/>
          <p:nvPr/>
        </p:nvSpPr>
        <p:spPr>
          <a:xfrm>
            <a:off x="-326265" y="985918"/>
            <a:ext cx="13046222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</a:t>
            </a:r>
            <a:r>
              <a:rPr lang="de-CH" sz="6000" b="1" dirty="0">
                <a:solidFill>
                  <a:srgbClr val="FFC000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x</a:t>
            </a: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tended </a:t>
            </a:r>
            <a:r>
              <a:rPr lang="de-CH" sz="6000" b="1" dirty="0" err="1">
                <a:solidFill>
                  <a:srgbClr val="FFC000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</a:t>
            </a:r>
            <a:r>
              <a:rPr lang="de-CH" sz="6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etection</a:t>
            </a: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&amp; </a:t>
            </a:r>
            <a:r>
              <a:rPr lang="de-CH" sz="6000" b="1" dirty="0">
                <a:solidFill>
                  <a:srgbClr val="FFC000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R</a:t>
            </a: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esponse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348508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CDC4F-E0BF-0BDE-4766-839F844D3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D87FEB6-4E63-029D-E022-02F72F580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B44A1E-C99F-0550-2278-9F81EC86302A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37CEA-B0CF-6D71-F7B9-06A86A2F0F10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465D965C-1E17-42A5-D6FB-3D94832A1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59B54F-C1A1-3B9F-38FD-799D46635A39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A6D639-90E0-3ED7-D354-5A71652A4439}"/>
              </a:ext>
            </a:extLst>
          </p:cNvPr>
          <p:cNvSpPr txBox="1"/>
          <p:nvPr/>
        </p:nvSpPr>
        <p:spPr>
          <a:xfrm>
            <a:off x="2753499" y="2990418"/>
            <a:ext cx="651769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Licensing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967178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134A7-8ACF-2479-CF5F-7F441416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8D9CF08A-9F29-A79F-2929-139AB05824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B17DCA-F712-3A97-A65B-2D564CBEC373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422312-31A4-8ED0-0F31-40862E98D908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1B494EB2-047F-8535-2B41-16E946385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8E8733C-97A1-9A96-1CC3-23C5D955849E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D29599F-8CB9-57FA-92FF-A9B2A85F5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4913" y="991552"/>
            <a:ext cx="8941716" cy="5014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platzhalter 3">
            <a:extLst>
              <a:ext uri="{FF2B5EF4-FFF2-40B4-BE49-F238E27FC236}">
                <a16:creationId xmlns:a16="http://schemas.microsoft.com/office/drawing/2014/main" id="{77018555-2E7B-2E0A-D482-F4F962041BE8}"/>
              </a:ext>
            </a:extLst>
          </p:cNvPr>
          <p:cNvSpPr txBox="1">
            <a:spLocks/>
          </p:cNvSpPr>
          <p:nvPr/>
        </p:nvSpPr>
        <p:spPr>
          <a:xfrm>
            <a:off x="2021746" y="3216634"/>
            <a:ext cx="2829387" cy="4247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2400" dirty="0">
                <a:solidFill>
                  <a:schemeClr val="bg1"/>
                </a:solidFill>
              </a:rPr>
              <a:t>MDE P1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0C9B8818-55B7-0B3F-97FF-D5A8C75A2436}"/>
              </a:ext>
            </a:extLst>
          </p:cNvPr>
          <p:cNvSpPr txBox="1">
            <a:spLocks/>
          </p:cNvSpPr>
          <p:nvPr/>
        </p:nvSpPr>
        <p:spPr>
          <a:xfrm>
            <a:off x="7340867" y="3286492"/>
            <a:ext cx="2829387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2400" dirty="0"/>
              <a:t>MDE P2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8C851A9A-5CCC-7E5E-B629-A5B3CF4B6A26}"/>
              </a:ext>
            </a:extLst>
          </p:cNvPr>
          <p:cNvSpPr txBox="1">
            <a:spLocks/>
          </p:cNvSpPr>
          <p:nvPr/>
        </p:nvSpPr>
        <p:spPr>
          <a:xfrm>
            <a:off x="4644190" y="2139481"/>
            <a:ext cx="3450656" cy="42473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2400" dirty="0"/>
              <a:t>Defender for Business</a:t>
            </a:r>
          </a:p>
        </p:txBody>
      </p:sp>
    </p:spTree>
    <p:extLst>
      <p:ext uri="{BB962C8B-B14F-4D97-AF65-F5344CB8AC3E}">
        <p14:creationId xmlns:p14="http://schemas.microsoft.com/office/powerpoint/2010/main" val="18671446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BDE06-1078-6BEA-A488-874EF7C64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F9CEEB66-35C9-5029-DF7B-F8F3102BE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7F15A2C-E1FD-0636-D0C3-F3363FDF9F88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85458-B417-6509-445A-4CC4D1A24F37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A181CBD1-9DED-2152-E916-0DCDF0ADF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0389143-8930-A8B4-188A-3CBFB25C672E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1D41215E-3FB7-EF46-FCE8-70BAE8C3130E}"/>
              </a:ext>
            </a:extLst>
          </p:cNvPr>
          <p:cNvSpPr txBox="1"/>
          <p:nvPr/>
        </p:nvSpPr>
        <p:spPr>
          <a:xfrm>
            <a:off x="2837002" y="548640"/>
            <a:ext cx="651769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Licensing</a:t>
            </a:r>
            <a:endParaRPr lang="en-US" sz="6000" dirty="0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741EF13-8511-FC67-41FF-611A68BA50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39" y="2816411"/>
            <a:ext cx="4183358" cy="1884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D25E58DE-496B-D553-12D6-5A458FEBAE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484" y="2704365"/>
            <a:ext cx="3667225" cy="3172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>
            <a:extLst>
              <a:ext uri="{FF2B5EF4-FFF2-40B4-BE49-F238E27FC236}">
                <a16:creationId xmlns:a16="http://schemas.microsoft.com/office/drawing/2014/main" id="{9E52785C-5466-0870-EB4A-81C82E8985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856" y="2704365"/>
            <a:ext cx="3530373" cy="2666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5D847F-58AC-9101-0C5B-856A4CCFB7CB}"/>
              </a:ext>
            </a:extLst>
          </p:cNvPr>
          <p:cNvSpPr txBox="1"/>
          <p:nvPr/>
        </p:nvSpPr>
        <p:spPr>
          <a:xfrm>
            <a:off x="498892" y="1904783"/>
            <a:ext cx="3570188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Defender for </a:t>
            </a: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Endpoint</a:t>
            </a: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P1</a:t>
            </a:r>
            <a:endParaRPr lang="en-US" sz="2400" dirty="0"/>
          </a:p>
        </p:txBody>
      </p:sp>
      <p:sp>
        <p:nvSpPr>
          <p:cNvPr id="18" name="TextBox 16">
            <a:extLst>
              <a:ext uri="{FF2B5EF4-FFF2-40B4-BE49-F238E27FC236}">
                <a16:creationId xmlns:a16="http://schemas.microsoft.com/office/drawing/2014/main" id="{FEB46A6F-247E-CA7F-A1A6-ED110818A5F0}"/>
              </a:ext>
            </a:extLst>
          </p:cNvPr>
          <p:cNvSpPr txBox="1"/>
          <p:nvPr/>
        </p:nvSpPr>
        <p:spPr>
          <a:xfrm>
            <a:off x="4577002" y="1904783"/>
            <a:ext cx="3570188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Defender for </a:t>
            </a: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Endpoint</a:t>
            </a: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P2</a:t>
            </a:r>
            <a:endParaRPr lang="en-US" sz="2400" dirty="0"/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96283ADB-DCB2-A900-9112-54CCA772A503}"/>
              </a:ext>
            </a:extLst>
          </p:cNvPr>
          <p:cNvSpPr txBox="1"/>
          <p:nvPr/>
        </p:nvSpPr>
        <p:spPr>
          <a:xfrm>
            <a:off x="8384348" y="1904782"/>
            <a:ext cx="3570188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Defender for Business</a:t>
            </a:r>
            <a:endParaRPr lang="en-US" sz="2400" dirty="0"/>
          </a:p>
        </p:txBody>
      </p:sp>
      <p:sp>
        <p:nvSpPr>
          <p:cNvPr id="28" name="TextBox 16">
            <a:extLst>
              <a:ext uri="{FF2B5EF4-FFF2-40B4-BE49-F238E27FC236}">
                <a16:creationId xmlns:a16="http://schemas.microsoft.com/office/drawing/2014/main" id="{9F824226-1476-9097-D5B3-000DF77DF440}"/>
              </a:ext>
            </a:extLst>
          </p:cNvPr>
          <p:cNvSpPr txBox="1"/>
          <p:nvPr/>
        </p:nvSpPr>
        <p:spPr>
          <a:xfrm>
            <a:off x="566928" y="2349914"/>
            <a:ext cx="357018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Next Gen AV</a:t>
            </a:r>
            <a:endParaRPr lang="en-US" sz="2000" dirty="0"/>
          </a:p>
        </p:txBody>
      </p:sp>
      <p:sp>
        <p:nvSpPr>
          <p:cNvPr id="29" name="TextBox 16">
            <a:extLst>
              <a:ext uri="{FF2B5EF4-FFF2-40B4-BE49-F238E27FC236}">
                <a16:creationId xmlns:a16="http://schemas.microsoft.com/office/drawing/2014/main" id="{F9C0BFFB-C66E-3434-A63B-807747484808}"/>
              </a:ext>
            </a:extLst>
          </p:cNvPr>
          <p:cNvSpPr txBox="1"/>
          <p:nvPr/>
        </p:nvSpPr>
        <p:spPr>
          <a:xfrm>
            <a:off x="4625521" y="2344759"/>
            <a:ext cx="357018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EDR</a:t>
            </a:r>
            <a:endParaRPr lang="en-US" sz="2000" dirty="0"/>
          </a:p>
        </p:txBody>
      </p:sp>
      <p:sp>
        <p:nvSpPr>
          <p:cNvPr id="30" name="TextBox 16">
            <a:extLst>
              <a:ext uri="{FF2B5EF4-FFF2-40B4-BE49-F238E27FC236}">
                <a16:creationId xmlns:a16="http://schemas.microsoft.com/office/drawing/2014/main" id="{EB552834-6879-777E-135C-D21F76FB7D33}"/>
              </a:ext>
            </a:extLst>
          </p:cNvPr>
          <p:cNvSpPr txBox="1"/>
          <p:nvPr/>
        </p:nvSpPr>
        <p:spPr>
          <a:xfrm>
            <a:off x="8684114" y="2324254"/>
            <a:ext cx="3570188" cy="292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Misc. / 300 </a:t>
            </a:r>
            <a:r>
              <a:rPr lang="de-CH" sz="2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seat</a:t>
            </a:r>
            <a:r>
              <a:rPr lang="de-CH" sz="2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2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limit</a:t>
            </a:r>
            <a:r>
              <a:rPr lang="de-CH" sz="2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for SMB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28568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95C9D-BBD2-0F03-2E98-64F3A23A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FE0CE7B7-D9ED-7C11-27CE-ECD77FDC2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99065BA-D638-F29B-3EAD-4CDBC20A97AF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796712-C8D1-03B9-4F6D-EB2DE8E7BD82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AB0A3786-DCE2-3C54-3159-3FC573C7C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18C4A70-F483-AC28-1FF8-6B8FA7800556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B1F89A6-716C-E56E-7C04-9DBFA09777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0290" y="373042"/>
            <a:ext cx="8871114" cy="591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727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81329-B316-259D-6F3C-E177DB7D6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80BFB3DD-3383-A5A7-014C-77ED5E7D9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A39C860-83A9-C120-31B6-882AC59E46C0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0593A3-64C6-5D9F-3DCB-7C427E2F5E3F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2C3DD02-C5BB-6F7A-E654-8B7CAFDCD8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DC6ABE0-FDE4-DE1F-2DA0-E4B3000EF1CA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5" name="Picture 2" descr="Diagram depicting the process of migrating to Defender for Endpoint">
            <a:extLst>
              <a:ext uri="{FF2B5EF4-FFF2-40B4-BE49-F238E27FC236}">
                <a16:creationId xmlns:a16="http://schemas.microsoft.com/office/drawing/2014/main" id="{6B3C35E0-E003-69F5-AE91-19EC3895C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9075" y="294107"/>
            <a:ext cx="9114020" cy="6015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5470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8C747-C73D-C556-4694-062AD4D5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8BAA815A-B383-6879-E8DF-192B24E78F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A95E7FB-D692-F5DE-C5E2-01FB1B60413B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03A4DE-D31F-1E4B-9522-3D12CC11ACF4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718103FA-02DD-9383-EE4D-7EE9502D1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E76C1DF-27C5-F689-476F-14516A7734F1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193FF1-5DC1-C9E9-2401-BC7B302009A9}"/>
              </a:ext>
            </a:extLst>
          </p:cNvPr>
          <p:cNvSpPr txBox="1"/>
          <p:nvPr/>
        </p:nvSpPr>
        <p:spPr>
          <a:xfrm>
            <a:off x="2753499" y="2990418"/>
            <a:ext cx="651769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First </a:t>
            </a:r>
            <a:r>
              <a:rPr lang="de-CH" sz="6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Step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1717593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A98E5-56A2-4BA1-2ADC-794DEE535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6010DF1B-CFFF-DAF8-0C7C-B1CEFB335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DD10248-0483-8EF9-6B7E-26A69CDC97C1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C68519-E966-33D9-7271-EF9242A19F59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54CCC57C-9414-B570-2315-C4C885F376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D6BA0EB-AE31-5B15-61DC-99FBA7827687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5" name="Textplatzhalter 10">
            <a:extLst>
              <a:ext uri="{FF2B5EF4-FFF2-40B4-BE49-F238E27FC236}">
                <a16:creationId xmlns:a16="http://schemas.microsoft.com/office/drawing/2014/main" id="{0CB361C5-36EC-FC24-4D6A-4430A9EDB2D5}"/>
              </a:ext>
            </a:extLst>
          </p:cNvPr>
          <p:cNvSpPr txBox="1">
            <a:spLocks/>
          </p:cNvSpPr>
          <p:nvPr/>
        </p:nvSpPr>
        <p:spPr>
          <a:xfrm>
            <a:off x="950907" y="1865475"/>
            <a:ext cx="3448245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2800" dirty="0">
                <a:solidFill>
                  <a:schemeClr val="bg1"/>
                </a:solidFill>
              </a:rPr>
              <a:t>Basic </a:t>
            </a:r>
            <a:r>
              <a:rPr lang="de-CH" sz="2800" dirty="0" err="1">
                <a:solidFill>
                  <a:schemeClr val="bg1"/>
                </a:solidFill>
              </a:rPr>
              <a:t>config</a:t>
            </a:r>
            <a:r>
              <a:rPr lang="de-CH" sz="2800" dirty="0">
                <a:solidFill>
                  <a:schemeClr val="bg1"/>
                </a:solidFill>
              </a:rPr>
              <a:t>. MDE</a:t>
            </a:r>
          </a:p>
        </p:txBody>
      </p:sp>
      <p:sp>
        <p:nvSpPr>
          <p:cNvPr id="55" name="TextBox 16">
            <a:extLst>
              <a:ext uri="{FF2B5EF4-FFF2-40B4-BE49-F238E27FC236}">
                <a16:creationId xmlns:a16="http://schemas.microsoft.com/office/drawing/2014/main" id="{05F43494-4778-557F-E6CA-9ACDA3342609}"/>
              </a:ext>
            </a:extLst>
          </p:cNvPr>
          <p:cNvSpPr txBox="1"/>
          <p:nvPr/>
        </p:nvSpPr>
        <p:spPr>
          <a:xfrm>
            <a:off x="868679" y="1359115"/>
            <a:ext cx="2901067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Advanced</a:t>
            </a: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Features</a:t>
            </a:r>
            <a:endParaRPr lang="en-US" sz="2400" dirty="0"/>
          </a:p>
        </p:txBody>
      </p:sp>
      <p:sp>
        <p:nvSpPr>
          <p:cNvPr id="56" name="TextBox 16">
            <a:extLst>
              <a:ext uri="{FF2B5EF4-FFF2-40B4-BE49-F238E27FC236}">
                <a16:creationId xmlns:a16="http://schemas.microsoft.com/office/drawing/2014/main" id="{3B63AAEE-4133-A658-DAE6-5425AF2C3CE5}"/>
              </a:ext>
            </a:extLst>
          </p:cNvPr>
          <p:cNvSpPr txBox="1"/>
          <p:nvPr/>
        </p:nvSpPr>
        <p:spPr>
          <a:xfrm>
            <a:off x="868680" y="2965845"/>
            <a:ext cx="3261886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Web Content </a:t>
            </a: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Filtering</a:t>
            </a:r>
            <a:endParaRPr lang="en-US" sz="2400" dirty="0"/>
          </a:p>
        </p:txBody>
      </p:sp>
      <p:sp>
        <p:nvSpPr>
          <p:cNvPr id="57" name="TextBox 16">
            <a:extLst>
              <a:ext uri="{FF2B5EF4-FFF2-40B4-BE49-F238E27FC236}">
                <a16:creationId xmlns:a16="http://schemas.microsoft.com/office/drawing/2014/main" id="{6D2CB3B9-BF5B-CC94-48F3-13F2CC1CD261}"/>
              </a:ext>
            </a:extLst>
          </p:cNvPr>
          <p:cNvSpPr txBox="1"/>
          <p:nvPr/>
        </p:nvSpPr>
        <p:spPr>
          <a:xfrm>
            <a:off x="868680" y="4495649"/>
            <a:ext cx="3261886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Deceptions</a:t>
            </a:r>
            <a:endParaRPr lang="en-US" sz="2400" dirty="0"/>
          </a:p>
        </p:txBody>
      </p:sp>
      <p:sp>
        <p:nvSpPr>
          <p:cNvPr id="58" name="TextBox 16">
            <a:extLst>
              <a:ext uri="{FF2B5EF4-FFF2-40B4-BE49-F238E27FC236}">
                <a16:creationId xmlns:a16="http://schemas.microsoft.com/office/drawing/2014/main" id="{67CBDBC3-633F-AB8F-84FC-EB1D086385FF}"/>
              </a:ext>
            </a:extLst>
          </p:cNvPr>
          <p:cNvSpPr txBox="1"/>
          <p:nvPr/>
        </p:nvSpPr>
        <p:spPr>
          <a:xfrm>
            <a:off x="4662206" y="4560020"/>
            <a:ext cx="3261886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RBAC</a:t>
            </a:r>
            <a:endParaRPr lang="en-US" sz="2400" dirty="0"/>
          </a:p>
        </p:txBody>
      </p:sp>
      <p:sp>
        <p:nvSpPr>
          <p:cNvPr id="59" name="TextBox 16">
            <a:extLst>
              <a:ext uri="{FF2B5EF4-FFF2-40B4-BE49-F238E27FC236}">
                <a16:creationId xmlns:a16="http://schemas.microsoft.com/office/drawing/2014/main" id="{2308CEE7-EF3F-9924-2C49-7EAF29E79B5C}"/>
              </a:ext>
            </a:extLst>
          </p:cNvPr>
          <p:cNvSpPr txBox="1"/>
          <p:nvPr/>
        </p:nvSpPr>
        <p:spPr>
          <a:xfrm>
            <a:off x="4645246" y="2963333"/>
            <a:ext cx="3261886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Intune Connector</a:t>
            </a:r>
            <a:endParaRPr lang="en-US" sz="2400" dirty="0"/>
          </a:p>
        </p:txBody>
      </p:sp>
      <p:sp>
        <p:nvSpPr>
          <p:cNvPr id="60" name="TextBox 16">
            <a:extLst>
              <a:ext uri="{FF2B5EF4-FFF2-40B4-BE49-F238E27FC236}">
                <a16:creationId xmlns:a16="http://schemas.microsoft.com/office/drawing/2014/main" id="{612B17B0-B8C7-C5E2-7C2C-C1BF7D1A36B8}"/>
              </a:ext>
            </a:extLst>
          </p:cNvPr>
          <p:cNvSpPr txBox="1"/>
          <p:nvPr/>
        </p:nvSpPr>
        <p:spPr>
          <a:xfrm>
            <a:off x="4662206" y="1376269"/>
            <a:ext cx="3261886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Device Groups</a:t>
            </a:r>
            <a:endParaRPr lang="en-US" sz="2400" dirty="0"/>
          </a:p>
        </p:txBody>
      </p:sp>
      <p:sp>
        <p:nvSpPr>
          <p:cNvPr id="61" name="TextBox 16">
            <a:extLst>
              <a:ext uri="{FF2B5EF4-FFF2-40B4-BE49-F238E27FC236}">
                <a16:creationId xmlns:a16="http://schemas.microsoft.com/office/drawing/2014/main" id="{3BC987D4-9711-A072-7A09-B11AA7205816}"/>
              </a:ext>
            </a:extLst>
          </p:cNvPr>
          <p:cNvSpPr txBox="1"/>
          <p:nvPr/>
        </p:nvSpPr>
        <p:spPr>
          <a:xfrm>
            <a:off x="8345959" y="1370903"/>
            <a:ext cx="1828055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Notifications</a:t>
            </a:r>
            <a:endParaRPr lang="en-US" sz="2400" dirty="0"/>
          </a:p>
        </p:txBody>
      </p:sp>
      <p:sp>
        <p:nvSpPr>
          <p:cNvPr id="62" name="TextBox 16">
            <a:extLst>
              <a:ext uri="{FF2B5EF4-FFF2-40B4-BE49-F238E27FC236}">
                <a16:creationId xmlns:a16="http://schemas.microsoft.com/office/drawing/2014/main" id="{DC9D2782-66DF-B6FD-32B1-5FF7441CF7DB}"/>
              </a:ext>
            </a:extLst>
          </p:cNvPr>
          <p:cNvSpPr txBox="1"/>
          <p:nvPr/>
        </p:nvSpPr>
        <p:spPr>
          <a:xfrm>
            <a:off x="8345958" y="2963332"/>
            <a:ext cx="1828055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Indicators</a:t>
            </a:r>
            <a:endParaRPr lang="en-US" sz="2400" dirty="0"/>
          </a:p>
        </p:txBody>
      </p:sp>
      <p:sp>
        <p:nvSpPr>
          <p:cNvPr id="64" name="Textplatzhalter 10">
            <a:extLst>
              <a:ext uri="{FF2B5EF4-FFF2-40B4-BE49-F238E27FC236}">
                <a16:creationId xmlns:a16="http://schemas.microsoft.com/office/drawing/2014/main" id="{4CDE1CF9-FC11-4902-8A76-FE21EA942FE5}"/>
              </a:ext>
            </a:extLst>
          </p:cNvPr>
          <p:cNvSpPr txBox="1">
            <a:spLocks/>
          </p:cNvSpPr>
          <p:nvPr/>
        </p:nvSpPr>
        <p:spPr>
          <a:xfrm>
            <a:off x="948141" y="3520400"/>
            <a:ext cx="3448245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2800" dirty="0">
                <a:solidFill>
                  <a:schemeClr val="bg1"/>
                </a:solidFill>
              </a:rPr>
              <a:t>Web </a:t>
            </a:r>
            <a:r>
              <a:rPr lang="de-CH" sz="2800" dirty="0" err="1">
                <a:solidFill>
                  <a:schemeClr val="bg1"/>
                </a:solidFill>
              </a:rPr>
              <a:t>Filtering</a:t>
            </a:r>
            <a:r>
              <a:rPr lang="de-CH" sz="2800" dirty="0">
                <a:solidFill>
                  <a:schemeClr val="bg1"/>
                </a:solidFill>
              </a:rPr>
              <a:t> on </a:t>
            </a:r>
            <a:br>
              <a:rPr lang="de-CH" sz="2800" dirty="0">
                <a:solidFill>
                  <a:schemeClr val="bg1"/>
                </a:solidFill>
              </a:rPr>
            </a:br>
            <a:r>
              <a:rPr lang="de-CH" sz="2800" dirty="0" err="1">
                <a:solidFill>
                  <a:schemeClr val="bg1"/>
                </a:solidFill>
              </a:rPr>
              <a:t>endpoints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65" name="Textplatzhalter 10">
            <a:extLst>
              <a:ext uri="{FF2B5EF4-FFF2-40B4-BE49-F238E27FC236}">
                <a16:creationId xmlns:a16="http://schemas.microsoft.com/office/drawing/2014/main" id="{EE30368C-08F5-3ADA-8272-5FF759F9418C}"/>
              </a:ext>
            </a:extLst>
          </p:cNvPr>
          <p:cNvSpPr txBox="1">
            <a:spLocks/>
          </p:cNvSpPr>
          <p:nvPr/>
        </p:nvSpPr>
        <p:spPr>
          <a:xfrm>
            <a:off x="775500" y="5175325"/>
            <a:ext cx="3448245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2800" dirty="0" err="1">
                <a:solidFill>
                  <a:schemeClr val="bg1"/>
                </a:solidFill>
              </a:rPr>
              <a:t>Honeypots</a:t>
            </a:r>
            <a:r>
              <a:rPr lang="de-CH" sz="2800" dirty="0">
                <a:solidFill>
                  <a:schemeClr val="bg1"/>
                </a:solidFill>
              </a:rPr>
              <a:t> to </a:t>
            </a:r>
            <a:r>
              <a:rPr lang="de-CH" sz="2800" dirty="0" err="1">
                <a:solidFill>
                  <a:schemeClr val="bg1"/>
                </a:solidFill>
              </a:rPr>
              <a:t>Decieve</a:t>
            </a:r>
            <a:r>
              <a:rPr lang="de-CH" sz="2800" dirty="0">
                <a:solidFill>
                  <a:schemeClr val="bg1"/>
                </a:solidFill>
              </a:rPr>
              <a:t> </a:t>
            </a:r>
            <a:r>
              <a:rPr lang="de-CH" sz="2800" dirty="0" err="1">
                <a:solidFill>
                  <a:schemeClr val="bg1"/>
                </a:solidFill>
              </a:rPr>
              <a:t>Attackers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66" name="Textplatzhalter 10">
            <a:extLst>
              <a:ext uri="{FF2B5EF4-FFF2-40B4-BE49-F238E27FC236}">
                <a16:creationId xmlns:a16="http://schemas.microsoft.com/office/drawing/2014/main" id="{F4F414A6-0E8C-4539-0570-3A15487D9EC6}"/>
              </a:ext>
            </a:extLst>
          </p:cNvPr>
          <p:cNvSpPr txBox="1">
            <a:spLocks/>
          </p:cNvSpPr>
          <p:nvPr/>
        </p:nvSpPr>
        <p:spPr>
          <a:xfrm>
            <a:off x="4606593" y="1955431"/>
            <a:ext cx="3688830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2400" dirty="0">
                <a:solidFill>
                  <a:schemeClr val="bg1"/>
                </a:solidFill>
              </a:rPr>
              <a:t>Device Groups for </a:t>
            </a:r>
            <a:r>
              <a:rPr lang="de-CH" sz="2400" dirty="0" err="1">
                <a:solidFill>
                  <a:schemeClr val="bg1"/>
                </a:solidFill>
              </a:rPr>
              <a:t>Deploying</a:t>
            </a:r>
            <a:r>
              <a:rPr lang="de-CH" sz="2400" dirty="0">
                <a:solidFill>
                  <a:schemeClr val="bg1"/>
                </a:solidFill>
              </a:rPr>
              <a:t> </a:t>
            </a:r>
            <a:r>
              <a:rPr lang="de-CH" sz="2400" dirty="0" err="1">
                <a:solidFill>
                  <a:schemeClr val="bg1"/>
                </a:solidFill>
              </a:rPr>
              <a:t>Indicators</a:t>
            </a:r>
            <a:r>
              <a:rPr lang="de-CH" sz="2400" dirty="0">
                <a:solidFill>
                  <a:schemeClr val="bg1"/>
                </a:solidFill>
              </a:rPr>
              <a:t> etc.</a:t>
            </a:r>
          </a:p>
        </p:txBody>
      </p:sp>
      <p:sp>
        <p:nvSpPr>
          <p:cNvPr id="67" name="Textplatzhalter 14">
            <a:extLst>
              <a:ext uri="{FF2B5EF4-FFF2-40B4-BE49-F238E27FC236}">
                <a16:creationId xmlns:a16="http://schemas.microsoft.com/office/drawing/2014/main" id="{98BFD9D5-516B-51EC-A28F-940BF651129D}"/>
              </a:ext>
            </a:extLst>
          </p:cNvPr>
          <p:cNvSpPr txBox="1">
            <a:spLocks/>
          </p:cNvSpPr>
          <p:nvPr/>
        </p:nvSpPr>
        <p:spPr>
          <a:xfrm>
            <a:off x="8139005" y="1789169"/>
            <a:ext cx="3959718" cy="369332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2400" dirty="0">
                <a:solidFill>
                  <a:schemeClr val="bg1"/>
                </a:solidFill>
              </a:rPr>
              <a:t>Alert </a:t>
            </a:r>
            <a:r>
              <a:rPr lang="de-CH" sz="24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CH" sz="2400" dirty="0" err="1">
                <a:solidFill>
                  <a:schemeClr val="bg1"/>
                </a:solidFill>
                <a:sym typeface="Wingdings" panose="05000000000000000000" pitchFamily="2" charset="2"/>
              </a:rPr>
              <a:t>NotificationAction</a:t>
            </a:r>
            <a:endParaRPr lang="de-CH" sz="2400" dirty="0">
              <a:solidFill>
                <a:schemeClr val="bg1"/>
              </a:solidFill>
            </a:endParaRPr>
          </a:p>
        </p:txBody>
      </p:sp>
      <p:sp>
        <p:nvSpPr>
          <p:cNvPr id="68" name="Textplatzhalter 10">
            <a:extLst>
              <a:ext uri="{FF2B5EF4-FFF2-40B4-BE49-F238E27FC236}">
                <a16:creationId xmlns:a16="http://schemas.microsoft.com/office/drawing/2014/main" id="{E9108055-C9E2-8F01-8D73-E032AE627945}"/>
              </a:ext>
            </a:extLst>
          </p:cNvPr>
          <p:cNvSpPr txBox="1">
            <a:spLocks/>
          </p:cNvSpPr>
          <p:nvPr/>
        </p:nvSpPr>
        <p:spPr>
          <a:xfrm>
            <a:off x="4606593" y="3485829"/>
            <a:ext cx="3048326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1800" dirty="0">
                <a:solidFill>
                  <a:schemeClr val="bg1"/>
                </a:solidFill>
              </a:rPr>
              <a:t>Intune and Defender Share Data, </a:t>
            </a:r>
            <a:r>
              <a:rPr lang="de-CH" sz="1800" dirty="0" err="1">
                <a:solidFill>
                  <a:schemeClr val="bg1"/>
                </a:solidFill>
              </a:rPr>
              <a:t>e.g</a:t>
            </a:r>
            <a:r>
              <a:rPr lang="de-CH" sz="1800" dirty="0">
                <a:solidFill>
                  <a:schemeClr val="bg1"/>
                </a:solidFill>
              </a:rPr>
              <a:t> </a:t>
            </a:r>
            <a:r>
              <a:rPr lang="de-CH" sz="1800" dirty="0" err="1">
                <a:solidFill>
                  <a:schemeClr val="bg1"/>
                </a:solidFill>
              </a:rPr>
              <a:t>Machine</a:t>
            </a:r>
            <a:r>
              <a:rPr lang="de-CH" sz="1800" dirty="0">
                <a:solidFill>
                  <a:schemeClr val="bg1"/>
                </a:solidFill>
              </a:rPr>
              <a:t> Risk Score</a:t>
            </a:r>
          </a:p>
        </p:txBody>
      </p:sp>
      <p:sp>
        <p:nvSpPr>
          <p:cNvPr id="69" name="Textplatzhalter 10">
            <a:extLst>
              <a:ext uri="{FF2B5EF4-FFF2-40B4-BE49-F238E27FC236}">
                <a16:creationId xmlns:a16="http://schemas.microsoft.com/office/drawing/2014/main" id="{2C2C1256-5FA8-E78B-DF35-F0D2939720FB}"/>
              </a:ext>
            </a:extLst>
          </p:cNvPr>
          <p:cNvSpPr txBox="1">
            <a:spLocks/>
          </p:cNvSpPr>
          <p:nvPr/>
        </p:nvSpPr>
        <p:spPr>
          <a:xfrm>
            <a:off x="4562576" y="5050761"/>
            <a:ext cx="3448245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70" name="Textplatzhalter 10">
            <a:extLst>
              <a:ext uri="{FF2B5EF4-FFF2-40B4-BE49-F238E27FC236}">
                <a16:creationId xmlns:a16="http://schemas.microsoft.com/office/drawing/2014/main" id="{8EAC3EB3-DF99-435E-C948-D820C222968F}"/>
              </a:ext>
            </a:extLst>
          </p:cNvPr>
          <p:cNvSpPr txBox="1">
            <a:spLocks/>
          </p:cNvSpPr>
          <p:nvPr/>
        </p:nvSpPr>
        <p:spPr>
          <a:xfrm>
            <a:off x="4569026" y="5123505"/>
            <a:ext cx="3448245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2800" dirty="0">
                <a:solidFill>
                  <a:schemeClr val="bg1"/>
                </a:solidFill>
              </a:rPr>
              <a:t>Roles for </a:t>
            </a:r>
            <a:r>
              <a:rPr lang="de-CH" sz="2800" dirty="0" err="1">
                <a:solidFill>
                  <a:schemeClr val="bg1"/>
                </a:solidFill>
              </a:rPr>
              <a:t>Specific</a:t>
            </a:r>
            <a:r>
              <a:rPr lang="de-CH" sz="2800" dirty="0">
                <a:solidFill>
                  <a:schemeClr val="bg1"/>
                </a:solidFill>
              </a:rPr>
              <a:t> Security Tasks</a:t>
            </a:r>
          </a:p>
        </p:txBody>
      </p:sp>
      <p:sp>
        <p:nvSpPr>
          <p:cNvPr id="71" name="Textplatzhalter 10">
            <a:extLst>
              <a:ext uri="{FF2B5EF4-FFF2-40B4-BE49-F238E27FC236}">
                <a16:creationId xmlns:a16="http://schemas.microsoft.com/office/drawing/2014/main" id="{0B3AA20F-4082-475A-D523-378A93D88C6A}"/>
              </a:ext>
            </a:extLst>
          </p:cNvPr>
          <p:cNvSpPr txBox="1">
            <a:spLocks/>
          </p:cNvSpPr>
          <p:nvPr/>
        </p:nvSpPr>
        <p:spPr>
          <a:xfrm>
            <a:off x="8295423" y="3520400"/>
            <a:ext cx="2204411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2800" dirty="0" err="1">
                <a:solidFill>
                  <a:schemeClr val="bg1"/>
                </a:solidFill>
              </a:rPr>
              <a:t>Customs</a:t>
            </a:r>
            <a:r>
              <a:rPr lang="de-CH" sz="2800" dirty="0">
                <a:solidFill>
                  <a:schemeClr val="bg1"/>
                </a:solidFill>
              </a:rPr>
              <a:t> </a:t>
            </a:r>
            <a:r>
              <a:rPr lang="de-CH" sz="2800" dirty="0" err="1">
                <a:solidFill>
                  <a:schemeClr val="bg1"/>
                </a:solidFill>
              </a:rPr>
              <a:t>IoCs</a:t>
            </a:r>
            <a:endParaRPr lang="de-CH" sz="2800" dirty="0">
              <a:solidFill>
                <a:schemeClr val="bg1"/>
              </a:solidFill>
            </a:endParaRPr>
          </a:p>
        </p:txBody>
      </p:sp>
      <p:sp>
        <p:nvSpPr>
          <p:cNvPr id="72" name="Textplatzhalter 10">
            <a:extLst>
              <a:ext uri="{FF2B5EF4-FFF2-40B4-BE49-F238E27FC236}">
                <a16:creationId xmlns:a16="http://schemas.microsoft.com/office/drawing/2014/main" id="{D903538F-6D65-80AE-8A6C-53561F17397E}"/>
              </a:ext>
            </a:extLst>
          </p:cNvPr>
          <p:cNvSpPr txBox="1">
            <a:spLocks/>
          </p:cNvSpPr>
          <p:nvPr/>
        </p:nvSpPr>
        <p:spPr>
          <a:xfrm>
            <a:off x="8267776" y="5098598"/>
            <a:ext cx="3148724" cy="369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de-CH" sz="2800" dirty="0">
                <a:solidFill>
                  <a:schemeClr val="bg1"/>
                </a:solidFill>
              </a:rPr>
              <a:t>Intune </a:t>
            </a:r>
            <a:r>
              <a:rPr lang="de-CH" sz="2800" dirty="0" err="1">
                <a:solidFill>
                  <a:schemeClr val="bg1"/>
                </a:solidFill>
              </a:rPr>
              <a:t>Policies</a:t>
            </a:r>
            <a:r>
              <a:rPr lang="de-CH" sz="2800" dirty="0">
                <a:solidFill>
                  <a:schemeClr val="bg1"/>
                </a:solidFill>
              </a:rPr>
              <a:t>, GPOs</a:t>
            </a:r>
          </a:p>
        </p:txBody>
      </p:sp>
      <p:sp>
        <p:nvSpPr>
          <p:cNvPr id="73" name="TextBox 16">
            <a:extLst>
              <a:ext uri="{FF2B5EF4-FFF2-40B4-BE49-F238E27FC236}">
                <a16:creationId xmlns:a16="http://schemas.microsoft.com/office/drawing/2014/main" id="{D90B1DE5-769B-6481-9A6B-54C44A818BA0}"/>
              </a:ext>
            </a:extLst>
          </p:cNvPr>
          <p:cNvSpPr txBox="1"/>
          <p:nvPr/>
        </p:nvSpPr>
        <p:spPr>
          <a:xfrm>
            <a:off x="8365585" y="4534946"/>
            <a:ext cx="1828055" cy="350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2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Policies</a:t>
            </a:r>
            <a:endParaRPr lang="en-US" sz="2400" dirty="0"/>
          </a:p>
        </p:txBody>
      </p:sp>
      <p:sp>
        <p:nvSpPr>
          <p:cNvPr id="78" name="Rechteck 77">
            <a:extLst>
              <a:ext uri="{FF2B5EF4-FFF2-40B4-BE49-F238E27FC236}">
                <a16:creationId xmlns:a16="http://schemas.microsoft.com/office/drawing/2014/main" id="{0E2D83CC-950B-34A6-ABFF-90AF78D3E676}"/>
              </a:ext>
            </a:extLst>
          </p:cNvPr>
          <p:cNvSpPr/>
          <p:nvPr/>
        </p:nvSpPr>
        <p:spPr>
          <a:xfrm>
            <a:off x="775500" y="1145339"/>
            <a:ext cx="3399229" cy="1342115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9" name="Rechteck 78">
            <a:extLst>
              <a:ext uri="{FF2B5EF4-FFF2-40B4-BE49-F238E27FC236}">
                <a16:creationId xmlns:a16="http://schemas.microsoft.com/office/drawing/2014/main" id="{459BC530-FF4E-0B33-A8A0-76D070448B8F}"/>
              </a:ext>
            </a:extLst>
          </p:cNvPr>
          <p:cNvSpPr/>
          <p:nvPr/>
        </p:nvSpPr>
        <p:spPr>
          <a:xfrm>
            <a:off x="807191" y="2867809"/>
            <a:ext cx="3399229" cy="1342115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0" name="Rechteck 79">
            <a:extLst>
              <a:ext uri="{FF2B5EF4-FFF2-40B4-BE49-F238E27FC236}">
                <a16:creationId xmlns:a16="http://schemas.microsoft.com/office/drawing/2014/main" id="{7C21AEA8-C13A-940E-3F88-CC5EE7AE6EEA}"/>
              </a:ext>
            </a:extLst>
          </p:cNvPr>
          <p:cNvSpPr/>
          <p:nvPr/>
        </p:nvSpPr>
        <p:spPr>
          <a:xfrm>
            <a:off x="4431141" y="2865475"/>
            <a:ext cx="3399229" cy="1342115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1" name="Rechteck 80">
            <a:extLst>
              <a:ext uri="{FF2B5EF4-FFF2-40B4-BE49-F238E27FC236}">
                <a16:creationId xmlns:a16="http://schemas.microsoft.com/office/drawing/2014/main" id="{F5B57698-F7B4-715C-67F0-852E3F56F241}"/>
              </a:ext>
            </a:extLst>
          </p:cNvPr>
          <p:cNvSpPr/>
          <p:nvPr/>
        </p:nvSpPr>
        <p:spPr>
          <a:xfrm>
            <a:off x="4431141" y="4449238"/>
            <a:ext cx="3399229" cy="1342115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2" name="Rechteck 81">
            <a:extLst>
              <a:ext uri="{FF2B5EF4-FFF2-40B4-BE49-F238E27FC236}">
                <a16:creationId xmlns:a16="http://schemas.microsoft.com/office/drawing/2014/main" id="{7F53955F-A3CF-31F7-EBAA-B4FDBDC2292F}"/>
              </a:ext>
            </a:extLst>
          </p:cNvPr>
          <p:cNvSpPr/>
          <p:nvPr/>
        </p:nvSpPr>
        <p:spPr>
          <a:xfrm>
            <a:off x="8061435" y="4487834"/>
            <a:ext cx="3399229" cy="1342115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3" name="Rechteck 82">
            <a:extLst>
              <a:ext uri="{FF2B5EF4-FFF2-40B4-BE49-F238E27FC236}">
                <a16:creationId xmlns:a16="http://schemas.microsoft.com/office/drawing/2014/main" id="{654D24C2-2F03-821C-1F32-CC4F96E46B2F}"/>
              </a:ext>
            </a:extLst>
          </p:cNvPr>
          <p:cNvSpPr/>
          <p:nvPr/>
        </p:nvSpPr>
        <p:spPr>
          <a:xfrm>
            <a:off x="8044475" y="2845720"/>
            <a:ext cx="3399229" cy="1342115"/>
          </a:xfrm>
          <a:prstGeom prst="rect">
            <a:avLst/>
          </a:prstGeom>
          <a:noFill/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8524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65" grpId="0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21A73-E0ED-D4D0-B4F6-EAC4D6D2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AA10FE0B-2750-FBF6-5F9B-D28D95977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C5238A-1C00-D3B3-E068-8AF35FEDD5ED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987E7F-DAA1-9627-B2CD-B5EA894AA826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0029E2B3-90A8-56AB-24EA-B46AEC4331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212047-C416-10FF-AA06-D34D59261388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851F4F28-3E55-5660-4666-863DF597B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1267" y="445497"/>
            <a:ext cx="8009466" cy="596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070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8168A-2654-A932-047E-F43A27098E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42361D0E-4047-538C-7659-31962157EE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4EFE50-4A71-8602-9F85-41E3C7BBDB1C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BA7CD1-68D5-E98D-8FC9-B7FAE60B8F6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01A777A1-66C3-1976-E97F-5F917ECB7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44E9C41-EB44-07C0-7BCF-70993AEA1D0B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3887203-99C0-CCA7-8FA7-EB9957407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60" y="1409657"/>
            <a:ext cx="10570480" cy="403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8832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AC025-49FC-8C18-2690-35F7E34E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3DC5281A-8D9F-64A8-3F0D-C06EC00F7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F26EBEE-F356-1225-AED4-E90881B4C1EC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5598E8-6531-5909-9166-BFEB217682E9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73B44F01-5EF6-7271-268B-33065390C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72BC7BF-5875-8798-83BE-F04AE78F4BB9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972B005-1B75-6FC5-0BB9-9C088595F7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1141" y="419014"/>
            <a:ext cx="7929717" cy="6019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492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1D8D6-2718-91BB-4ACC-80FF8C605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A4A9E945-91EC-69CC-3903-9638434E2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4965DC5-3759-6BCA-2178-3532E2B76960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361055-AF95-883F-34F9-A6684DB1CC4D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DBB9703D-A4BF-1FF6-39B2-A778DE6941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E435CA-5C48-C0B9-B051-BCC4A0D0D368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0AA847F-5069-5ED0-9786-25C1C3566EA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10808" y="998581"/>
            <a:ext cx="6752253" cy="486083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15EE0D2A-68C4-1F46-499F-C0032D9CF3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9675" y="575589"/>
            <a:ext cx="3530781" cy="5588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7529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96CED-88A1-E36C-060C-C3AD42369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7986B2D-F67A-3596-8F65-1D754D6FC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4814F3-4E09-0D89-15A0-CB90843B56AC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28BA13-1E14-C99F-C644-A9B33DF85D60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1CE0ACF0-9A11-F718-A731-0A7648A55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0DF7FD2-EE6B-FC5C-EB12-AB6B288335DF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31D173F-31A8-1BBF-0AB5-F7E13A9B64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7066" y="1413933"/>
            <a:ext cx="6448013" cy="4250267"/>
          </a:xfrm>
          <a:prstGeom prst="rect">
            <a:avLst/>
          </a:prstGeom>
        </p:spPr>
      </p:pic>
      <p:pic>
        <p:nvPicPr>
          <p:cNvPr id="5" name="Grafik 4" descr="Ein Bild, das Text, Diagramm, Screenshot, Schrift enthält.&#10;&#10;KI-generierte Inhalte können fehlerhaft sein.">
            <a:extLst>
              <a:ext uri="{FF2B5EF4-FFF2-40B4-BE49-F238E27FC236}">
                <a16:creationId xmlns:a16="http://schemas.microsoft.com/office/drawing/2014/main" id="{D51CF7AC-1FE3-6665-6F13-B6ACB4AB6A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61" t="3577" r="10116" b="5324"/>
          <a:stretch>
            <a:fillRect/>
          </a:stretch>
        </p:blipFill>
        <p:spPr>
          <a:xfrm>
            <a:off x="7066736" y="617006"/>
            <a:ext cx="4955931" cy="584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52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E88B9-DE9D-15AE-F74E-6E5D09A06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20D87345-0B2D-2B83-56C3-E075DF25C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2B4C61-1A58-81E3-20BA-F53B03F0A66C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A0A8D-B29C-A213-D2EE-8402890824C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DBF2364A-EF5E-E4B2-28B2-C82D4EB3F7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742081A-16B1-8FC7-E30D-772454DF34AF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E80CB37-4B52-BAF4-C488-96A1D7F0D9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0541" y="493325"/>
            <a:ext cx="8010612" cy="5871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56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94B34-1DB9-BA8F-F6C6-4845715FC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DCAAB80C-D2C2-A147-F1C7-C8E399AC63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837D12-4019-E65B-39F2-4187A5B98CB8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F5D499-A696-DC9F-48B7-748CDD6988DE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51CCEECB-F5C2-1270-62D0-59182A489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EB05E87-C01F-50CF-F111-0A2E824306FD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B193F78B-D1DF-7B76-F805-811F0BB440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831" y="210367"/>
            <a:ext cx="10776504" cy="611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627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618D4-0036-E05F-94E5-7D000D13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80574CB5-69F4-36BF-E580-921ADB900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420A06B-D78A-1598-7941-4F94A1AC4B1B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415264-5936-CD3E-4706-F3A7D5497BCC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85672A35-F6CB-631F-30F1-5D6DA4DD3A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EB6902D2-5700-FFFD-E3B7-7F0859052624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07E2EE7-B815-E132-D45D-434A1FA9B0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01" y="784101"/>
            <a:ext cx="6831938" cy="3296832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33A0B5A-936D-D7A0-49D5-97182DB6E6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1947818"/>
            <a:ext cx="4642089" cy="450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153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FDCB1-F887-7AB5-E76A-3D2895898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018CFFDB-ABAB-366D-665B-A22E9F578B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EA2779C-8FB4-7641-6FC0-F7A664BA29F6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63DEF6-F792-EB9E-41B1-9F73D2BA8E4D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AE5B3E02-7A54-D5D5-0FDF-A45AED5CF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98283D8-A1AB-ABC0-467C-59DD5C8AE1A0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platzhalter 1">
            <a:extLst>
              <a:ext uri="{FF2B5EF4-FFF2-40B4-BE49-F238E27FC236}">
                <a16:creationId xmlns:a16="http://schemas.microsoft.com/office/drawing/2014/main" id="{F5373A99-CDC9-97FC-3BAE-5CE6F4E5E141}"/>
              </a:ext>
            </a:extLst>
          </p:cNvPr>
          <p:cNvSpPr txBox="1">
            <a:spLocks/>
          </p:cNvSpPr>
          <p:nvPr/>
        </p:nvSpPr>
        <p:spPr>
          <a:xfrm>
            <a:off x="5244666" y="404190"/>
            <a:ext cx="6947334" cy="7528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Understanding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features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Licensing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Audit 4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ever</a:t>
            </a: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ASR, EDR -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Misconfigurations</a:t>
            </a: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Deployment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Downlevel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Server)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Live Response Auditing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Tamper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Protection</a:t>
            </a: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Exclusions</a:t>
            </a: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of the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dashboard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only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case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incidents</a:t>
            </a: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plan,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strucure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design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Requirements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IoCs</a:t>
            </a: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Enforcement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Scope 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updates</a:t>
            </a: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passive </a:t>
            </a:r>
            <a:r>
              <a:rPr lang="de-CH" sz="2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mode</a:t>
            </a: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de-CH" sz="2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Troubleshooting Mode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de-CH" sz="26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2B68BCAB-0B14-B515-DD5A-C9A2E47F5ACF}"/>
              </a:ext>
            </a:extLst>
          </p:cNvPr>
          <p:cNvSpPr txBox="1"/>
          <p:nvPr/>
        </p:nvSpPr>
        <p:spPr>
          <a:xfrm>
            <a:off x="-421843" y="3165851"/>
            <a:ext cx="6517690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36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Common </a:t>
            </a:r>
            <a:r>
              <a:rPr lang="de-CH" sz="36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Mistakes</a:t>
            </a:r>
            <a:endParaRPr lang="en-US" sz="3600" dirty="0"/>
          </a:p>
        </p:txBody>
      </p:sp>
      <p:cxnSp>
        <p:nvCxnSpPr>
          <p:cNvPr id="13" name="Gerade Verbindung 12">
            <a:extLst>
              <a:ext uri="{FF2B5EF4-FFF2-40B4-BE49-F238E27FC236}">
                <a16:creationId xmlns:a16="http://schemas.microsoft.com/office/drawing/2014/main" id="{F7044E76-7696-0437-5CE1-101F96290D89}"/>
              </a:ext>
            </a:extLst>
          </p:cNvPr>
          <p:cNvCxnSpPr/>
          <p:nvPr/>
        </p:nvCxnSpPr>
        <p:spPr>
          <a:xfrm>
            <a:off x="5044966" y="1156138"/>
            <a:ext cx="0" cy="491884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46342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4DA01-8112-8E19-E182-6C87DCAC2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8C5B39B9-AE74-B47A-9BAD-E695F7DA8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400C87-5A06-BBFF-3AE4-717ADC169697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2D9CBD-CF36-F7A4-18CE-B7FEB66DFF1D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B59C1D7-8606-0AE3-8609-92DD1E8F9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0D2A246-AB1F-9FB6-C8A7-853EDA45A568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B2AAC88-6C53-1978-E086-B9F3E7DC4476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①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CEA58FD5-98EA-63F1-57AB-4CA6F5837FD0}"/>
              </a:ext>
            </a:extLst>
          </p:cNvPr>
          <p:cNvSpPr txBox="1"/>
          <p:nvPr/>
        </p:nvSpPr>
        <p:spPr>
          <a:xfrm>
            <a:off x="472753" y="2266418"/>
            <a:ext cx="10438781" cy="1286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Understanding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features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and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licensing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,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continuosly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implementing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new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features</a:t>
            </a:r>
            <a:endParaRPr lang="en-US" sz="4400" dirty="0"/>
          </a:p>
        </p:txBody>
      </p:sp>
      <p:sp>
        <p:nvSpPr>
          <p:cNvPr id="12" name="TextBox 16">
            <a:extLst>
              <a:ext uri="{FF2B5EF4-FFF2-40B4-BE49-F238E27FC236}">
                <a16:creationId xmlns:a16="http://schemas.microsoft.com/office/drawing/2014/main" id="{0C6B3D96-A5CD-3C35-5D66-108B17473927}"/>
              </a:ext>
            </a:extLst>
          </p:cNvPr>
          <p:cNvSpPr txBox="1"/>
          <p:nvPr/>
        </p:nvSpPr>
        <p:spPr>
          <a:xfrm>
            <a:off x="7178565" y="5023092"/>
            <a:ext cx="5099313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Block Mode, Audit</a:t>
            </a:r>
            <a:endParaRPr lang="en-US" sz="4400" dirty="0"/>
          </a:p>
        </p:txBody>
      </p:sp>
      <p:sp>
        <p:nvSpPr>
          <p:cNvPr id="13" name="TextBox 16">
            <a:extLst>
              <a:ext uri="{FF2B5EF4-FFF2-40B4-BE49-F238E27FC236}">
                <a16:creationId xmlns:a16="http://schemas.microsoft.com/office/drawing/2014/main" id="{A0823822-F4A1-222C-9140-2713D2CA5905}"/>
              </a:ext>
            </a:extLst>
          </p:cNvPr>
          <p:cNvSpPr txBox="1"/>
          <p:nvPr/>
        </p:nvSpPr>
        <p:spPr>
          <a:xfrm>
            <a:off x="4992413" y="5566857"/>
            <a:ext cx="2543351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8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PUA </a:t>
            </a:r>
            <a:r>
              <a:rPr lang="de-CH" sz="28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Protection</a:t>
            </a:r>
            <a:endParaRPr lang="en-US" sz="2800" dirty="0"/>
          </a:p>
        </p:txBody>
      </p:sp>
      <p:sp>
        <p:nvSpPr>
          <p:cNvPr id="14" name="TextBox 16">
            <a:extLst>
              <a:ext uri="{FF2B5EF4-FFF2-40B4-BE49-F238E27FC236}">
                <a16:creationId xmlns:a16="http://schemas.microsoft.com/office/drawing/2014/main" id="{3F1B9017-7A1B-5640-11F3-02CE1AF48DBE}"/>
              </a:ext>
            </a:extLst>
          </p:cNvPr>
          <p:cNvSpPr txBox="1"/>
          <p:nvPr/>
        </p:nvSpPr>
        <p:spPr>
          <a:xfrm>
            <a:off x="7093909" y="5491678"/>
            <a:ext cx="2543351" cy="10525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72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EDR</a:t>
            </a:r>
            <a:endParaRPr lang="en-US" sz="7200" dirty="0"/>
          </a:p>
        </p:txBody>
      </p:sp>
      <p:sp>
        <p:nvSpPr>
          <p:cNvPr id="15" name="TextBox 16">
            <a:extLst>
              <a:ext uri="{FF2B5EF4-FFF2-40B4-BE49-F238E27FC236}">
                <a16:creationId xmlns:a16="http://schemas.microsoft.com/office/drawing/2014/main" id="{0722F4EB-E7F5-BE89-BA08-2CD7139486F9}"/>
              </a:ext>
            </a:extLst>
          </p:cNvPr>
          <p:cNvSpPr txBox="1"/>
          <p:nvPr/>
        </p:nvSpPr>
        <p:spPr>
          <a:xfrm>
            <a:off x="9296400" y="5900638"/>
            <a:ext cx="2543351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8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Tamper</a:t>
            </a:r>
            <a:r>
              <a:rPr lang="de-CH" sz="28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28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Protect</a:t>
            </a:r>
            <a:endParaRPr lang="en-US" sz="2800" dirty="0"/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FFE1FA11-8E6F-76B5-C8B4-2F3D0279AF9F}"/>
              </a:ext>
            </a:extLst>
          </p:cNvPr>
          <p:cNvSpPr txBox="1"/>
          <p:nvPr/>
        </p:nvSpPr>
        <p:spPr>
          <a:xfrm>
            <a:off x="5632704" y="6342424"/>
            <a:ext cx="3469255" cy="409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28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Cloud </a:t>
            </a:r>
            <a:r>
              <a:rPr lang="de-CH" sz="28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Protection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275089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B22A-F3F2-591D-E7DC-E3E61455A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664BF29-9138-3D2C-A373-BC5E39882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FD58F2-5BED-51B7-8453-106918D77244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C61BE1-82D4-4F77-39C2-035A37E9A89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87FFF1B5-C9D6-FD92-E620-0753D5870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53C78B-CE09-B3A3-C562-BA3779FB45AB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6213407-3821-D022-73CE-68C61B1A53FD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②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623CAC83-1558-8705-7DD4-6A68F0D90B04}"/>
              </a:ext>
            </a:extLst>
          </p:cNvPr>
          <p:cNvSpPr txBox="1"/>
          <p:nvPr/>
        </p:nvSpPr>
        <p:spPr>
          <a:xfrm>
            <a:off x="472753" y="2266418"/>
            <a:ext cx="3321481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Audit 4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ever</a:t>
            </a:r>
            <a:endParaRPr lang="en-US" sz="44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E3BC888-BFC4-9484-6506-9CD7E30B4C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2389" y="199321"/>
            <a:ext cx="4932078" cy="645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1763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F746-3AD8-B7C7-9250-241E4161E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4BED3C43-7590-A43D-C217-B059961A35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FAB837-D669-52D0-808C-389CE101BE8F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96A0E9-54B4-42EC-A052-31FD548CD8C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A4069409-E70A-6D0B-B991-718407039F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5199921-CEA0-CF8F-7155-6043CDB017AC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0DCCB2E-2B71-5B32-1178-998A5612C2DF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③</a:t>
            </a:r>
          </a:p>
        </p:txBody>
      </p:sp>
      <p:sp>
        <p:nvSpPr>
          <p:cNvPr id="11" name="TextBox 16">
            <a:extLst>
              <a:ext uri="{FF2B5EF4-FFF2-40B4-BE49-F238E27FC236}">
                <a16:creationId xmlns:a16="http://schemas.microsoft.com/office/drawing/2014/main" id="{801E5DDE-E648-E598-F7F9-F7C084EB2526}"/>
              </a:ext>
            </a:extLst>
          </p:cNvPr>
          <p:cNvSpPr txBox="1"/>
          <p:nvPr/>
        </p:nvSpPr>
        <p:spPr>
          <a:xfrm>
            <a:off x="472753" y="2266418"/>
            <a:ext cx="4635275" cy="192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No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ASR, </a:t>
            </a:r>
            <a:b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EDR- </a:t>
            </a:r>
            <a:b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</a:b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Misconfigurations</a:t>
            </a:r>
            <a:endParaRPr lang="en-US" sz="4400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8E7B2DE-8A36-707A-6F3A-17614E3661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721" y="1470288"/>
            <a:ext cx="5752979" cy="3837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745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66428-5AE1-A640-6088-21C71E44B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1B323123-5D93-D186-7485-899CAA852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D88C2C-B74D-38D6-D80F-5B7040B8760E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B5427-F744-5C85-C83D-9DD2958B993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2BA4A8A0-7A52-3ECD-88BA-8E19CA948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05CB2DE-4E84-17DD-A863-BAC7FFA6B9C4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65B9E35-47F3-2FC6-9FDE-57AC76B9FEDD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④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7CF1BAA5-E8AF-050C-73A6-9B31EEB27C37}"/>
              </a:ext>
            </a:extLst>
          </p:cNvPr>
          <p:cNvSpPr txBox="1"/>
          <p:nvPr/>
        </p:nvSpPr>
        <p:spPr>
          <a:xfrm>
            <a:off x="472753" y="2266418"/>
            <a:ext cx="9585647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Deployment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(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Downlevel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Server)</a:t>
            </a:r>
            <a:endParaRPr lang="en-US" sz="4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D5E57D1-A864-E0C6-EF90-7F1057FA3591}"/>
              </a:ext>
            </a:extLst>
          </p:cNvPr>
          <p:cNvSpPr txBox="1"/>
          <p:nvPr/>
        </p:nvSpPr>
        <p:spPr>
          <a:xfrm>
            <a:off x="462455" y="3153103"/>
            <a:ext cx="533925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All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de-CH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must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date —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outdated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known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cause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various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during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onboarding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The </a:t>
            </a:r>
            <a:r>
              <a:rPr lang="de-CH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Servicing</a:t>
            </a:r>
            <a:r>
              <a:rPr lang="de-CH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Stack Update (SSU)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and </a:t>
            </a:r>
            <a:r>
              <a:rPr lang="de-CH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Latest</a:t>
            </a:r>
            <a:r>
              <a:rPr lang="de-CH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Cumulative</a:t>
            </a:r>
            <a:r>
              <a:rPr lang="de-CH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Update (LCU)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must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installed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correctly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 </a:t>
            </a:r>
            <a:r>
              <a:rPr lang="de-CH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Windows Server 2016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in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particular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cause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 SSU/LCU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not on the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required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version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endParaRPr lang="de-DE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5955F1-9C32-F56C-6935-FAA3BD6E0577}"/>
              </a:ext>
            </a:extLst>
          </p:cNvPr>
          <p:cNvSpPr txBox="1"/>
          <p:nvPr/>
        </p:nvSpPr>
        <p:spPr>
          <a:xfrm>
            <a:off x="6095847" y="3153103"/>
            <a:ext cx="53392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Recommendations</a:t>
            </a:r>
            <a:r>
              <a:rPr lang="de-CH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for Server 2012 R2 &amp; 2016</a:t>
            </a:r>
            <a:endParaRPr lang="de-CH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 Use the Microsoft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script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de-CH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mdefordownlevelserver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to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help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prevent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issues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</a:p>
          <a:p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• </a:t>
            </a:r>
            <a:r>
              <a:rPr lang="de-CH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Even </a:t>
            </a:r>
            <a:r>
              <a:rPr lang="de-CH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better</a:t>
            </a:r>
            <a:r>
              <a:rPr lang="de-CH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Upgrade to a </a:t>
            </a:r>
            <a:r>
              <a:rPr lang="de-CH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</a:t>
            </a:r>
            <a:r>
              <a:rPr lang="de-CH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Windows Server OS. ;-)</a:t>
            </a:r>
          </a:p>
        </p:txBody>
      </p:sp>
    </p:spTree>
    <p:extLst>
      <p:ext uri="{BB962C8B-B14F-4D97-AF65-F5344CB8AC3E}">
        <p14:creationId xmlns:p14="http://schemas.microsoft.com/office/powerpoint/2010/main" val="16909745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864F6-C691-90C4-A309-57D9B70C0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5248B886-811E-8FBD-E362-59738AAA5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7C953B-FFCC-B1DB-5EA1-5BBB3D852A7D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D2F25-4CC2-BD0D-1986-33D8D495893E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9C238176-CD11-70F4-F13C-14E0E75D2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A74C305-0888-E007-84F0-53DFBFA4CE7D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C7ACEA1B-644C-533A-37AE-312537893331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⑤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AE08890E-E314-A3A0-99AB-B6645313CA75}"/>
              </a:ext>
            </a:extLst>
          </p:cNvPr>
          <p:cNvSpPr txBox="1"/>
          <p:nvPr/>
        </p:nvSpPr>
        <p:spPr>
          <a:xfrm>
            <a:off x="472753" y="2266418"/>
            <a:ext cx="3006171" cy="19297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Live Response Auditing</a:t>
            </a:r>
            <a:endParaRPr lang="en-US" sz="44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72EC43C-5CF9-B58C-D4D2-99B0886820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9841" y="1148952"/>
            <a:ext cx="8615752" cy="494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557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C52A-0E36-EC17-20EB-403A43B4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6F13B6C4-3455-F217-B1A8-44EEBA8C1D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1F079D-A37B-0B42-4CED-7D98DF0CFF83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D38B7-C613-3FB7-D3A0-5B2C705201D8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945C92F0-9647-555B-52B6-73409F041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67C6C77-5AB1-BCB8-87FC-44141A4CEA4A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FCE3080C-A839-EB55-AA01-F037D65B35F6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⑥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BE0FC51D-0CA4-55E4-2043-262BF1CBD9B0}"/>
              </a:ext>
            </a:extLst>
          </p:cNvPr>
          <p:cNvSpPr txBox="1"/>
          <p:nvPr/>
        </p:nvSpPr>
        <p:spPr>
          <a:xfrm>
            <a:off x="472753" y="2266418"/>
            <a:ext cx="3006171" cy="1286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Tamper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Protection</a:t>
            </a:r>
            <a:endParaRPr lang="en-US" sz="4400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ECCE92C-1CAB-7E64-5382-58EA728720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4733" y="445497"/>
            <a:ext cx="8009466" cy="596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29057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DAA94-D0FC-7781-5FC7-489E2D6F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B6EF7B71-E1FC-DFA2-53D0-307B7D8C5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A9887B-2173-41C6-B89E-C1E23A2B4238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CDE9AB-EA6F-38F0-850C-3BCF6043B83F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12ED5775-0A19-CF5A-7BFD-77A67AFC3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FE3B185-E8E6-8DF5-735B-117961249561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C2A02D6-EA07-DC79-34DB-27D967D90C45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⑦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54C06705-A368-DA13-3598-41103E329B77}"/>
              </a:ext>
            </a:extLst>
          </p:cNvPr>
          <p:cNvSpPr txBox="1"/>
          <p:nvPr/>
        </p:nvSpPr>
        <p:spPr>
          <a:xfrm>
            <a:off x="472753" y="2266418"/>
            <a:ext cx="3006171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Exclusions</a:t>
            </a:r>
            <a:endParaRPr lang="en-US" sz="4400" dirty="0"/>
          </a:p>
        </p:txBody>
      </p:sp>
      <p:pic>
        <p:nvPicPr>
          <p:cNvPr id="6" name="Picture 2" descr="The Trouble With Robin – Tyger Tale">
            <a:extLst>
              <a:ext uri="{FF2B5EF4-FFF2-40B4-BE49-F238E27FC236}">
                <a16:creationId xmlns:a16="http://schemas.microsoft.com/office/drawing/2014/main" id="{61C36470-D032-6760-DAB9-C055B9AAE6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0872" y="462593"/>
            <a:ext cx="7598805" cy="5701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688EF8D-C73D-9512-FFC7-205C49F17EAD}"/>
              </a:ext>
            </a:extLst>
          </p:cNvPr>
          <p:cNvSpPr txBox="1">
            <a:spLocks/>
          </p:cNvSpPr>
          <p:nvPr/>
        </p:nvSpPr>
        <p:spPr>
          <a:xfrm>
            <a:off x="9701013" y="531698"/>
            <a:ext cx="2829387" cy="4247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sz="4000" b="1" dirty="0" err="1">
                <a:solidFill>
                  <a:srgbClr val="6B006A"/>
                </a:solidFill>
              </a:rPr>
              <a:t>Endpoint</a:t>
            </a:r>
            <a:br>
              <a:rPr lang="de-CH" sz="4000" b="1" dirty="0">
                <a:solidFill>
                  <a:srgbClr val="6B006A"/>
                </a:solidFill>
              </a:rPr>
            </a:br>
            <a:r>
              <a:rPr lang="de-CH" sz="4000" b="1" dirty="0">
                <a:solidFill>
                  <a:srgbClr val="6B006A"/>
                </a:solidFill>
              </a:rPr>
              <a:t>         Geek</a:t>
            </a:r>
          </a:p>
        </p:txBody>
      </p:sp>
      <p:sp>
        <p:nvSpPr>
          <p:cNvPr id="11" name="Denkblase: wolkenförmig 5">
            <a:extLst>
              <a:ext uri="{FF2B5EF4-FFF2-40B4-BE49-F238E27FC236}">
                <a16:creationId xmlns:a16="http://schemas.microsoft.com/office/drawing/2014/main" id="{C835DE92-92D0-9953-CC1D-F36AE49847F8}"/>
              </a:ext>
            </a:extLst>
          </p:cNvPr>
          <p:cNvSpPr/>
          <p:nvPr/>
        </p:nvSpPr>
        <p:spPr>
          <a:xfrm>
            <a:off x="5054600" y="462593"/>
            <a:ext cx="3613911" cy="1411927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B4AF9EFB-5668-A099-090A-DA930D997BAB}"/>
              </a:ext>
            </a:extLst>
          </p:cNvPr>
          <p:cNvSpPr txBox="1">
            <a:spLocks/>
          </p:cNvSpPr>
          <p:nvPr/>
        </p:nvSpPr>
        <p:spPr>
          <a:xfrm>
            <a:off x="5411974" y="694267"/>
            <a:ext cx="2829387" cy="6899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CH" b="1" dirty="0" err="1"/>
              <a:t>Please</a:t>
            </a:r>
            <a:r>
              <a:rPr lang="de-CH" b="1" dirty="0"/>
              <a:t> </a:t>
            </a:r>
            <a:r>
              <a:rPr lang="de-CH" b="1" dirty="0" err="1"/>
              <a:t>exclude</a:t>
            </a:r>
            <a:r>
              <a:rPr lang="de-CH" b="1" dirty="0"/>
              <a:t> D:\somestupidsoftware\* </a:t>
            </a:r>
            <a:r>
              <a:rPr lang="de-CH" b="1" dirty="0" err="1"/>
              <a:t>from</a:t>
            </a:r>
            <a:r>
              <a:rPr lang="de-CH" b="1" dirty="0"/>
              <a:t> Defender…</a:t>
            </a:r>
            <a:endParaRPr lang="de-CH" dirty="0"/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BC1153C3-ED09-4DE7-0368-37E33DE3FFF1}"/>
              </a:ext>
            </a:extLst>
          </p:cNvPr>
          <p:cNvSpPr txBox="1">
            <a:spLocks/>
          </p:cNvSpPr>
          <p:nvPr/>
        </p:nvSpPr>
        <p:spPr>
          <a:xfrm>
            <a:off x="9597075" y="5048326"/>
            <a:ext cx="1546063" cy="5205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CH" b="1" dirty="0"/>
              <a:t>Some </a:t>
            </a:r>
            <a:r>
              <a:rPr lang="de-CH" b="1" dirty="0" err="1"/>
              <a:t>confident</a:t>
            </a:r>
            <a:r>
              <a:rPr lang="de-CH" b="1" dirty="0"/>
              <a:t> Software</a:t>
            </a:r>
            <a:br>
              <a:rPr lang="de-CH" b="1" dirty="0"/>
            </a:br>
            <a:r>
              <a:rPr lang="de-CH" b="1" dirty="0"/>
              <a:t>Rep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16912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2" grpId="0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2E92-D5C3-6EDF-FA41-12881AE9A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0E6E67D2-89AB-DFC2-AE8C-7C7C78026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CE010A-55EC-B7C3-D7C7-81AE08D7C22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B6CD21F9-ADEA-A5A3-CA1C-8496EDACB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7D90184-EA93-73DC-05B1-A937AE8EC091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E62C783-F509-1C71-7795-772D15EDF7C7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⑧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45421C89-97F3-C41C-F330-944C73C08C2C}"/>
              </a:ext>
            </a:extLst>
          </p:cNvPr>
          <p:cNvSpPr txBox="1"/>
          <p:nvPr/>
        </p:nvSpPr>
        <p:spPr>
          <a:xfrm>
            <a:off x="472753" y="2266418"/>
            <a:ext cx="4866502" cy="1286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No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plan,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Structure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,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no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design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902911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8584F-B54F-2E0D-7FA4-FD5DC1314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0547A3A8-E35E-5857-E48E-88A628A63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A6443F-301B-22CD-01AB-3F568A6F26EC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75A0CA19-A3BA-E8E9-DC18-D667C79B02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3EDB4F3-A945-0739-253C-2FAA05B275C9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85C782E-AAB3-DBBA-EDC4-740175448A9F}"/>
              </a:ext>
            </a:extLst>
          </p:cNvPr>
          <p:cNvSpPr txBox="1"/>
          <p:nvPr/>
        </p:nvSpPr>
        <p:spPr>
          <a:xfrm>
            <a:off x="147775" y="339721"/>
            <a:ext cx="13137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⑨</a:t>
            </a: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77EFD1E-D761-1F5E-FD11-3077C41BE145}"/>
              </a:ext>
            </a:extLst>
          </p:cNvPr>
          <p:cNvSpPr txBox="1"/>
          <p:nvPr/>
        </p:nvSpPr>
        <p:spPr>
          <a:xfrm>
            <a:off x="472753" y="2266418"/>
            <a:ext cx="8587164" cy="1286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Use of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dashboard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only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in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case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of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incidents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166132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8ED58-E1FE-AAA3-92FC-77B209EEA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D172A566-753F-AA52-D00F-29BE5C643D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5B2D2FA-3F71-6738-AE9A-D2A643B78DC4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D3FF5337-97A9-9143-BC62-246401EBD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442F9FE-15F4-F51A-75B4-989A3319D4C5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6ECFAAB2-BE3E-A2EA-3CA3-A338BE69D4DF}"/>
              </a:ext>
            </a:extLst>
          </p:cNvPr>
          <p:cNvSpPr txBox="1"/>
          <p:nvPr/>
        </p:nvSpPr>
        <p:spPr>
          <a:xfrm>
            <a:off x="472753" y="2266418"/>
            <a:ext cx="8587164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Requirements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for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IoCs</a:t>
            </a:r>
            <a:endParaRPr lang="en-US" sz="4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05696F94-6580-20D6-E470-476CDEC2BAE0}"/>
              </a:ext>
            </a:extLst>
          </p:cNvPr>
          <p:cNvSpPr txBox="1"/>
          <p:nvPr/>
        </p:nvSpPr>
        <p:spPr>
          <a:xfrm>
            <a:off x="147775" y="339721"/>
            <a:ext cx="49287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①⓪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3B5B51B-38DC-30B7-2A8E-668B0E3DB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7807" y="3542720"/>
            <a:ext cx="2589086" cy="2894656"/>
          </a:xfrm>
          <a:prstGeom prst="rect">
            <a:avLst/>
          </a:prstGeom>
        </p:spPr>
      </p:pic>
      <p:pic>
        <p:nvPicPr>
          <p:cNvPr id="8" name="Grafik 7" descr="Ein Bild, das Screenshot, Muster, Kreis, Symmetrie enthält.&#10;&#10;KI-generierte Inhalte können fehlerhaft sein.">
            <a:extLst>
              <a:ext uri="{FF2B5EF4-FFF2-40B4-BE49-F238E27FC236}">
                <a16:creationId xmlns:a16="http://schemas.microsoft.com/office/drawing/2014/main" id="{06B63F4B-FF7A-60D9-6E59-072B2A2E77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3097" y="3542720"/>
            <a:ext cx="2894656" cy="289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088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1B04E-EB25-8D13-5CFA-462642EF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74CD679E-C0C8-C530-B6CE-C72DE22DF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9C91FFA-F8D5-1B78-FE5D-02C99EC658D6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6233C149-B8B1-5B02-4EB2-EBE9B4BA8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35E6B13-98B3-F0E6-3F4F-2F78A51E68DB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B14919B-5836-56B6-4589-116D583D488E}"/>
              </a:ext>
            </a:extLst>
          </p:cNvPr>
          <p:cNvSpPr txBox="1"/>
          <p:nvPr/>
        </p:nvSpPr>
        <p:spPr>
          <a:xfrm>
            <a:off x="472753" y="2266418"/>
            <a:ext cx="8587164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Enforcement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Scope</a:t>
            </a:r>
            <a:endParaRPr lang="en-US" sz="4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4153EE-0CED-90EC-5FD9-60F05D118A55}"/>
              </a:ext>
            </a:extLst>
          </p:cNvPr>
          <p:cNvSpPr txBox="1"/>
          <p:nvPr/>
        </p:nvSpPr>
        <p:spPr>
          <a:xfrm>
            <a:off x="147775" y="339721"/>
            <a:ext cx="492872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①①</a:t>
            </a:r>
          </a:p>
          <a:p>
            <a:endParaRPr lang="en-US" sz="7200" dirty="0">
              <a:solidFill>
                <a:schemeClr val="bg1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DD89771-B07D-E8D6-CBA1-211CF7764089}"/>
              </a:ext>
            </a:extLst>
          </p:cNvPr>
          <p:cNvSpPr txBox="1"/>
          <p:nvPr/>
        </p:nvSpPr>
        <p:spPr>
          <a:xfrm>
            <a:off x="472753" y="3559565"/>
            <a:ext cx="995350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Solves</a:t>
            </a:r>
            <a:r>
              <a:rPr lang="de-CH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 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following</a:t>
            </a:r>
            <a:r>
              <a:rPr lang="de-CH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</a:t>
            </a:r>
            <a:endParaRPr lang="de-CH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de-CH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Servers and </a:t>
            </a:r>
            <a:r>
              <a:rPr lang="de-CH" sz="28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clients</a:t>
            </a:r>
            <a:r>
              <a:rPr lang="de-CH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the DMZ → 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are</a:t>
            </a:r>
            <a:r>
              <a:rPr lang="de-CH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should</a:t>
            </a:r>
            <a:r>
              <a:rPr lang="de-CH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</a:t>
            </a:r>
            <a:r>
              <a:rPr lang="de-CH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unmanaged</a:t>
            </a:r>
            <a:r>
              <a:rPr lang="de-CH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not 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domain</a:t>
            </a:r>
            <a:r>
              <a:rPr lang="de-CH" sz="28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8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joined</a:t>
            </a:r>
            <a:endParaRPr lang="de-CH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de-DE" sz="28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13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A42BE-0BCB-51C3-407F-FAFD6303F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3D6BADA7-7D80-4D9C-D7D9-AF1C76638B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EB4733-FA13-98E8-5914-06EE634B50A7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F9F1A311-B93C-6AC9-35BF-8CC71C9F81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A82F536-D900-E983-8B84-7FE455AB3EC5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6" name="Picture 4" descr="Confused Jackie Chan is confused. | Confused meme, Mind blown meme, Memes">
            <a:extLst>
              <a:ext uri="{FF2B5EF4-FFF2-40B4-BE49-F238E27FC236}">
                <a16:creationId xmlns:a16="http://schemas.microsoft.com/office/drawing/2014/main" id="{08F52DFF-37C6-AC83-36A8-F85E74450A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2" y="885825"/>
            <a:ext cx="7000875" cy="5086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4214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7F9D3-3B4B-D80A-2D39-ACE2F63D1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4008366B-FF3A-A91B-8AB0-55F6E6B8D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71BC94-E6B9-FF91-3AE0-05A2AD70C9FB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C4A29A9D-E7AE-F6A9-EFDB-69C58613B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991C725-6C03-2733-7451-7EDAE4DBCDEB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3" name="Content Placeholder 2" descr="Use Intune to manage security settings for Microsoft Defender on devices  that are not enrolled with Microsoft Intune | Microsoft Learn">
            <a:extLst>
              <a:ext uri="{FF2B5EF4-FFF2-40B4-BE49-F238E27FC236}">
                <a16:creationId xmlns:a16="http://schemas.microsoft.com/office/drawing/2014/main" id="{203FC874-5C04-7E89-79C2-59EBD72700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1272" y="813065"/>
            <a:ext cx="10069455" cy="5667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2096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5B1D3-DF74-E300-B88F-EA2C1D1E4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5ABF86D2-A93A-639D-2D09-D1200BCCC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6E5430-7C9A-1D88-070A-9DE1B335365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5E8AAB80-C2A4-36F9-E201-06ED9B1F1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24ED54D-E8FC-8707-7E6A-78053EB8AA2E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0176A69-11DE-3177-B79F-DD7CFB5A18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916" y="848060"/>
            <a:ext cx="10682167" cy="5393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8C10A-C5E1-20AB-B9A0-2B91F5A49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118265F0-7EFF-FB7D-A75C-19A4BA507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684732-9622-6B4A-C880-A9F7D942B350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313FE786-82F4-68D6-D334-EA6A534FC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B68F776-A78F-9585-56AA-88B6874A2AF8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517023A-3286-913F-8582-45A1C3742B52}"/>
              </a:ext>
            </a:extLst>
          </p:cNvPr>
          <p:cNvSpPr txBox="1"/>
          <p:nvPr/>
        </p:nvSpPr>
        <p:spPr>
          <a:xfrm>
            <a:off x="685800" y="1072055"/>
            <a:ext cx="108046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Licensing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Defender for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Endpoint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Servers (per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pPr marL="457200" lvl="0" indent="-457200">
              <a:buFont typeface="+mj-lt"/>
              <a:buAutoNum type="arabicPeriod"/>
            </a:pP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Enforcement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Scope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Enable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Asset Rule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Create</a:t>
            </a:r>
          </a:p>
          <a:p>
            <a:pPr marL="457200" lvl="0" indent="-4572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New Group in Entra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Create</a:t>
            </a:r>
          </a:p>
          <a:p>
            <a:pPr marL="457200" lvl="0" indent="-4572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Create New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Policies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Intune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</a:t>
            </a:r>
            <a:b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Endpoint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Security – Defender – MDE Management /</a:t>
            </a:r>
            <a:b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Assign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 created Entra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the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policy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Onboarding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Via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script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Device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Appears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Defender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Check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the 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MDE-Management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tag</a:t>
            </a:r>
          </a:p>
          <a:p>
            <a:pPr marL="457200" lvl="0" indent="-457200">
              <a:buFont typeface="+mj-lt"/>
              <a:buAutoNum type="arabicPeriod"/>
            </a:pP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Add the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device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to the created Entra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group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check the 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Dynamic Rule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Check the 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Defender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settings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on the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de-DE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59486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DD1DC-0695-4AD1-A2AA-3BDD7B17F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2DA003A8-3268-A8BD-4732-1246E80D64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C3B150-B5AC-3F2C-9813-7D7ABB6AFBFD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8A5856B0-8F1F-7E5F-46D2-325CF17F87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D75B6C6-470D-4B2E-8958-B390E7A5C983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B90FF02E-7852-F668-D039-E49B906A59E5}"/>
              </a:ext>
            </a:extLst>
          </p:cNvPr>
          <p:cNvSpPr txBox="1"/>
          <p:nvPr/>
        </p:nvSpPr>
        <p:spPr>
          <a:xfrm>
            <a:off x="472753" y="2266418"/>
            <a:ext cx="8587164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No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44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updates</a:t>
            </a: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in passive Mode</a:t>
            </a:r>
            <a:endParaRPr lang="en-US" sz="4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2E6EB3A-1ACD-3F1E-6334-F9691996F1FE}"/>
              </a:ext>
            </a:extLst>
          </p:cNvPr>
          <p:cNvSpPr txBox="1"/>
          <p:nvPr/>
        </p:nvSpPr>
        <p:spPr>
          <a:xfrm>
            <a:off x="147775" y="339721"/>
            <a:ext cx="49287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①②</a:t>
            </a:r>
          </a:p>
          <a:p>
            <a:endParaRPr lang="en-US" sz="7200" dirty="0">
              <a:solidFill>
                <a:schemeClr val="bg1"/>
              </a:solidFill>
            </a:endParaRPr>
          </a:p>
          <a:p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249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097171-9CB3-7524-F430-B60EA94F9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693C76DF-A50C-645A-1452-994F3D49C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904088-DC9D-F1C4-25F0-95179D6CEEC4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690A07B7-3AB9-2440-1857-7F756FCB56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FF83564-FADA-6C20-614F-2B37607F94BA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BDDEBC-04E8-C63C-A97A-C46B8D91DC3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6" t="4420" r="2558"/>
          <a:stretch>
            <a:fillRect/>
          </a:stretch>
        </p:blipFill>
        <p:spPr bwMode="auto">
          <a:xfrm>
            <a:off x="1988070" y="1422894"/>
            <a:ext cx="8215860" cy="4042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28897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E34E6-2504-37AF-F073-FD413DA8D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4A5A41C-A620-2A6B-D87A-D309634F9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013472-F535-4F17-E480-FC0D78B4A5EF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D8B2F87C-E2C4-3D3F-C893-63E60E575A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2E18A0D-BA39-6205-7ACA-F69B70066195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EC2F7ACC-5F33-A202-2FF9-DF449A3256AF}"/>
              </a:ext>
            </a:extLst>
          </p:cNvPr>
          <p:cNvSpPr txBox="1"/>
          <p:nvPr/>
        </p:nvSpPr>
        <p:spPr>
          <a:xfrm>
            <a:off x="472753" y="2266418"/>
            <a:ext cx="8587164" cy="1286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Troubleshooting &amp; Troubleshooting Mode</a:t>
            </a:r>
            <a:endParaRPr lang="en-US" sz="4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3B92F488-FFFC-960D-D5D8-088715D5296F}"/>
              </a:ext>
            </a:extLst>
          </p:cNvPr>
          <p:cNvSpPr txBox="1"/>
          <p:nvPr/>
        </p:nvSpPr>
        <p:spPr>
          <a:xfrm>
            <a:off x="147775" y="339721"/>
            <a:ext cx="492872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①③</a:t>
            </a:r>
          </a:p>
          <a:p>
            <a:endParaRPr lang="en-US" sz="7200" dirty="0">
              <a:solidFill>
                <a:schemeClr val="bg1"/>
              </a:solidFill>
            </a:endParaRPr>
          </a:p>
          <a:p>
            <a:endParaRPr lang="en-US" sz="7200" dirty="0">
              <a:solidFill>
                <a:schemeClr val="bg1"/>
              </a:solidFill>
            </a:endParaRPr>
          </a:p>
          <a:p>
            <a:endParaRPr lang="en-US" sz="7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22704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C864F-CD0A-F48F-7FAA-3CA112988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64DE4631-1A69-A450-9764-E90F11A47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8288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87BBBA-349A-74C5-188D-FDA83AF04EFD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5F06E39F-1682-4265-FE4D-5F36E0E7C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D03700F-A754-39A1-4EDE-61747A36D541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930A6023-6779-AD56-FA1F-CA4504097A06}"/>
              </a:ext>
            </a:extLst>
          </p:cNvPr>
          <p:cNvSpPr txBox="1"/>
          <p:nvPr/>
        </p:nvSpPr>
        <p:spPr>
          <a:xfrm>
            <a:off x="472753" y="2266418"/>
            <a:ext cx="8587164" cy="6432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95000"/>
              </a:lnSpc>
            </a:pPr>
            <a:r>
              <a:rPr lang="de-CH" sz="44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Troubleshooting Guide</a:t>
            </a:r>
            <a:endParaRPr lang="en-US" sz="440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EA45F66-8290-DD37-A54A-9EC6451E66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473185" y="3542720"/>
            <a:ext cx="2326628" cy="2894656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40D9D512-1333-FA4D-ECCA-08DDAF17CD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83097" y="3542720"/>
            <a:ext cx="2894656" cy="289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2640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FEEB-BAB9-E9D6-F59D-40C1DE226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781794F6-58D1-0EB9-E6F7-8E91C3DEC4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0BDE8D-11A5-BAAE-02A6-3417EFC27597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B272538B-7D61-9835-AD43-92A118F121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BA62D31-3EFC-88E0-F224-38735D368AC8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78596916-6776-0612-BCAF-F7D76C7ED2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5047" y="882470"/>
            <a:ext cx="8784870" cy="526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262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6A5FA-3C4F-0C05-057C-5B38BEC62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87DF1764-6862-71CC-11C0-D90015ACA9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51B065-E2E0-BEFA-0886-6FDE0793ABB6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60A448-FEB6-BB02-EE36-666D47CE601D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DFC50A3A-EFE2-A0D5-2763-41508C19DB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24BDA2-90AC-4CEA-6BB7-BAF6FA83A91B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581EEF-6495-7928-6E4F-19EB7D41C493}"/>
              </a:ext>
            </a:extLst>
          </p:cNvPr>
          <p:cNvSpPr txBox="1"/>
          <p:nvPr/>
        </p:nvSpPr>
        <p:spPr>
          <a:xfrm>
            <a:off x="2753499" y="2990418"/>
            <a:ext cx="6517690" cy="87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r>
              <a:rPr lang="de-CH" sz="6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Tips</a:t>
            </a: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</a:t>
            </a:r>
            <a:r>
              <a:rPr lang="de-CH" sz="6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from</a:t>
            </a:r>
            <a:r>
              <a:rPr lang="de-CH" sz="6000" b="1" dirty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 the </a:t>
            </a:r>
            <a:r>
              <a:rPr lang="de-CH" sz="6000" b="1" dirty="0" err="1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field</a:t>
            </a:r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34063332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458F4-3B54-D0CD-817E-E66AB0AC1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6836BE9C-1E75-DB74-9BFA-30DA4B7F0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8B1041-DFFE-AF29-7670-9E7E54B7A74B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7E4BB2-9A27-C909-A4D1-EA27278AD5AF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C0CA86EB-CCE6-7BCB-00CB-052BB9697A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2A6B189-FCF8-4D7A-20F1-6B1C8C25BFB4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EB4667B-927A-1B02-3242-2C2CB24BEEBE}"/>
              </a:ext>
            </a:extLst>
          </p:cNvPr>
          <p:cNvSpPr txBox="1"/>
          <p:nvPr/>
        </p:nvSpPr>
        <p:spPr>
          <a:xfrm>
            <a:off x="2076122" y="2644170"/>
            <a:ext cx="803944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de-CH" sz="2400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Preparation</a:t>
            </a:r>
            <a:r>
              <a:rPr lang="de-CH" sz="24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de-CH" sz="24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key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→ Discover the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servers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assess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their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current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de-CH" sz="2400" b="0" i="0" dirty="0"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de-CH" sz="24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Use </a:t>
            </a:r>
            <a:r>
              <a:rPr lang="de-CH" sz="2400" b="1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reports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→ Check the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health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after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  <a:endParaRPr lang="de-CH" sz="2400" b="0" i="0" dirty="0">
              <a:solidFill>
                <a:schemeClr val="bg1"/>
              </a:solidFill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457200" lvl="0" indent="-457200">
              <a:buFont typeface="+mj-lt"/>
              <a:buAutoNum type="arabicPeriod"/>
            </a:pPr>
            <a:r>
              <a:rPr lang="de-CH" sz="2400" b="1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2012 R2, 2016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 → </a:t>
            </a:r>
            <a:r>
              <a:rPr lang="de-CH" sz="2400" b="0" i="0" dirty="0" err="1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Avoid</a:t>
            </a:r>
            <a:r>
              <a:rPr lang="de-CH" sz="2400" b="0" i="0" dirty="0">
                <a:solidFill>
                  <a:schemeClr val="bg1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;-)</a:t>
            </a:r>
          </a:p>
        </p:txBody>
      </p:sp>
    </p:spTree>
    <p:extLst>
      <p:ext uri="{BB962C8B-B14F-4D97-AF65-F5344CB8AC3E}">
        <p14:creationId xmlns:p14="http://schemas.microsoft.com/office/powerpoint/2010/main" val="29986577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5351-C789-9897-E7A3-07892B536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BE3146BE-A625-A030-0F86-4AAC88E77E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48F4185-64FD-EA29-60F1-CEE3C0D6C70B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928B8-4F75-0D44-EAD2-0CE5662C8C61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AD9FD2C0-FB17-E160-FF85-FB14B8A6DF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4AEE0C1-AB3B-B983-2D27-BC069E0C2031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Picture 2" descr="Download Funny Laughing Gif">
            <a:extLst>
              <a:ext uri="{FF2B5EF4-FFF2-40B4-BE49-F238E27FC236}">
                <a16:creationId xmlns:a16="http://schemas.microsoft.com/office/drawing/2014/main" id="{BC31BDCC-A199-FA07-CC8C-CF035E506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2089" y="1055089"/>
            <a:ext cx="4747822" cy="4747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16557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94E99-C232-B679-D3CB-8FF15526C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3975963D-9E90-355D-5C50-1A9C5A13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EEAD65-AB3C-DB15-B001-1243AFFC1C96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8AE275-E2EF-AB23-387C-D8E6815A3B12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369D067A-66FC-EE89-C599-4D239671A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294262D-41DF-42E3-EAA0-BC56AAAB1931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204D035-4568-C7E7-F1A6-555EDDE6282F}"/>
              </a:ext>
            </a:extLst>
          </p:cNvPr>
          <p:cNvSpPr txBox="1"/>
          <p:nvPr/>
        </p:nvSpPr>
        <p:spPr>
          <a:xfrm>
            <a:off x="566928" y="1166842"/>
            <a:ext cx="1161393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Preparation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key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Discover the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servers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assess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their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current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reports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Check the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health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status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after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migration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2012 R2, 2016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Avoid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;-)</a:t>
            </a: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ASR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consistently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Set to 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whenever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possible</a:t>
            </a: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Tamper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Protection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Always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enabled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Automated</a:t>
            </a: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 &amp; R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Full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Remediation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Alerts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Optimize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them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;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beware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alert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fatigue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Complexity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Be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cautious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configurations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when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MDAV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running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in Passive Mode /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keep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EDR in Block Mode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enabled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Security Portal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Make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of all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available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insights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and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telemetry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de-CH" sz="2400" b="1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Exclusions</a:t>
            </a:r>
            <a:r>
              <a:rPr lang="de-CH" sz="24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 → Use </a:t>
            </a:r>
            <a:r>
              <a:rPr lang="de-CH" sz="24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sparingly</a:t>
            </a:r>
            <a:endParaRPr lang="de-CH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de-DE" sz="24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189259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521EA-1FD4-1F6E-1562-0FD2AD3A6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4DD5CC4B-5662-D451-C71A-40CF10B07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7C906F-54C3-8C74-D737-560198925BEC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92E7B5-D50D-5BE8-0D98-4C9F00952116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7BB11DCB-6A3A-C211-67D0-1861EA6C8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87FF9F4-C869-F508-F0AB-0821A68F6743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C0F59E3D-7062-2C8D-05FD-6D7A27582B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35" y="993913"/>
            <a:ext cx="5636067" cy="5636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fik 18" descr="Ein Bild, das Screenshot, Muster, Kreis, Grafiken enthält.&#10;&#10;KI-generierte Inhalte können fehlerhaft sein.">
            <a:extLst>
              <a:ext uri="{FF2B5EF4-FFF2-40B4-BE49-F238E27FC236}">
                <a16:creationId xmlns:a16="http://schemas.microsoft.com/office/drawing/2014/main" id="{6B95E68A-E8E0-193F-2051-C356D71E06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9494" y="4500107"/>
            <a:ext cx="2129873" cy="2129873"/>
          </a:xfrm>
          <a:prstGeom prst="rect">
            <a:avLst/>
          </a:prstGeom>
        </p:spPr>
      </p:pic>
      <p:pic>
        <p:nvPicPr>
          <p:cNvPr id="20" name="Picture 4">
            <a:extLst>
              <a:ext uri="{FF2B5EF4-FFF2-40B4-BE49-F238E27FC236}">
                <a16:creationId xmlns:a16="http://schemas.microsoft.com/office/drawing/2014/main" id="{F8570889-7D4C-A139-5C0C-08F69FD933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9488" y="4500107"/>
            <a:ext cx="3640858" cy="212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7338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16195-4CD7-F344-4B1F-7AA533AF3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3C13AB78-E633-690C-92E2-2D750B954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0F8A30-8B7D-6619-8294-D517C45309AB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6E91FC-829F-7F83-3F40-CC6AC6813F2B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14CAD053-839A-3521-9CFF-BA2ACDCB1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7B26C12-DE52-FB5C-C1D5-7CA850CA334F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EE3EE0A7-540C-D578-1FEC-5A486FC97714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br>
              <a:rPr lang="de-CH" dirty="0">
                <a:solidFill>
                  <a:schemeClr val="bg1"/>
                </a:solidFill>
              </a:rPr>
            </a:br>
            <a:r>
              <a:rPr lang="de-CH" dirty="0">
                <a:solidFill>
                  <a:schemeClr val="bg1"/>
                </a:solidFill>
              </a:rPr>
              <a:t>		</a:t>
            </a:r>
            <a:r>
              <a:rPr lang="de-CH" dirty="0" err="1">
                <a:solidFill>
                  <a:schemeClr val="bg1"/>
                </a:solidFill>
                <a:highlight>
                  <a:srgbClr val="000000"/>
                </a:highlight>
              </a:rPr>
              <a:t>sc</a:t>
            </a:r>
            <a:r>
              <a:rPr lang="de-CH" dirty="0">
                <a:solidFill>
                  <a:schemeClr val="bg1"/>
                </a:solidFill>
                <a:highlight>
                  <a:srgbClr val="000000"/>
                </a:highlight>
              </a:rPr>
              <a:t> </a:t>
            </a:r>
            <a:r>
              <a:rPr lang="de-CH" dirty="0" err="1">
                <a:solidFill>
                  <a:schemeClr val="bg1"/>
                </a:solidFill>
                <a:highlight>
                  <a:srgbClr val="000000"/>
                </a:highlight>
              </a:rPr>
              <a:t>query</a:t>
            </a:r>
            <a:r>
              <a:rPr lang="de-CH" dirty="0">
                <a:solidFill>
                  <a:schemeClr val="bg1"/>
                </a:solidFill>
                <a:highlight>
                  <a:srgbClr val="000000"/>
                </a:highlight>
              </a:rPr>
              <a:t> sense</a:t>
            </a:r>
            <a:r>
              <a:rPr lang="de-CH" dirty="0">
                <a:solidFill>
                  <a:schemeClr val="bg1"/>
                </a:solidFill>
              </a:rPr>
              <a:t>	</a:t>
            </a:r>
            <a:br>
              <a:rPr lang="de-CH" dirty="0">
                <a:solidFill>
                  <a:schemeClr val="bg1"/>
                </a:solidFill>
              </a:rPr>
            </a:br>
            <a:r>
              <a:rPr lang="de-CH" dirty="0">
                <a:solidFill>
                  <a:schemeClr val="bg1"/>
                </a:solidFill>
              </a:rPr>
              <a:t>	</a:t>
            </a:r>
            <a:br>
              <a:rPr lang="de-CH" dirty="0">
                <a:solidFill>
                  <a:schemeClr val="bg1"/>
                </a:solidFill>
              </a:rPr>
            </a:br>
            <a:endParaRPr lang="de-CH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br>
              <a:rPr lang="de-CH" dirty="0"/>
            </a:br>
            <a:endParaRPr lang="de-CH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e-CH" dirty="0"/>
              <a:t>		</a:t>
            </a:r>
            <a:r>
              <a:rPr lang="de-CH" dirty="0" err="1">
                <a:solidFill>
                  <a:srgbClr val="FFFF00"/>
                </a:solidFill>
                <a:highlight>
                  <a:srgbClr val="0B3592"/>
                </a:highlight>
              </a:rPr>
              <a:t>Get-MPpreference</a:t>
            </a:r>
            <a:endParaRPr lang="de-CH" dirty="0">
              <a:solidFill>
                <a:srgbClr val="FFFF00"/>
              </a:solidFill>
              <a:highlight>
                <a:srgbClr val="0B3592"/>
              </a:highlight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de-CH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F67F39-BEA1-3D9D-1321-502E51E8F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66" y="1729967"/>
            <a:ext cx="1297794" cy="959048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9969A31C-432A-3EC0-EA71-98FD74501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297" y="4168986"/>
            <a:ext cx="1260163" cy="1260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04354A1C-8093-8275-CF6C-595144C3FC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9113" y="1602289"/>
            <a:ext cx="5973076" cy="1214405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6313DA41-C0A9-A26C-5AE1-00606A1BC2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9113" y="3672557"/>
            <a:ext cx="4457625" cy="272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4817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7FB8A-02C6-8C11-FD54-40928642C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22B52A05-17EC-468B-EFD7-6CA375389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0241658-691C-4E1E-CFCD-95D60785A18A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2ADB2-FEB5-CF88-1184-88A79E8D8C5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EAD19889-491A-73A3-C2C0-3359BEB3C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BD302B1-ADB3-C2D1-A542-4DB640055014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A0F706CA-25D2-F4F9-D894-32FFB12FA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6413" y="349456"/>
            <a:ext cx="4491237" cy="6126343"/>
          </a:xfrm>
          <a:prstGeom prst="rect">
            <a:avLst/>
          </a:prstGeom>
        </p:spPr>
      </p:pic>
      <p:pic>
        <p:nvPicPr>
          <p:cNvPr id="6" name="Picture 4" descr="Microsoft Defender – Wikipedia">
            <a:extLst>
              <a:ext uri="{FF2B5EF4-FFF2-40B4-BE49-F238E27FC236}">
                <a16:creationId xmlns:a16="http://schemas.microsoft.com/office/drawing/2014/main" id="{512D570F-9AA6-E7A5-6CB0-A927FAB24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884613"/>
            <a:ext cx="340072" cy="340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297135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003F-8DD7-3189-7F81-253D5B0F4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26CC49F0-55C5-F582-30E2-5CE3FE1E9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DBC5369-2116-3FDD-75AA-DD1CB03A1043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331E67-C50B-6C79-8FE6-190A415A3622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642359F2-23DC-98F9-EF87-C80AC71E6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6381398-8DF7-2206-B399-1A6CBC9C0503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7FC2F41-5990-FB20-96C2-AC1C3DCFFB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5461" y="0"/>
            <a:ext cx="8241078" cy="6858000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F8D9429E-5292-A314-38AD-EA9D150C2404}"/>
              </a:ext>
            </a:extLst>
          </p:cNvPr>
          <p:cNvGrpSpPr/>
          <p:nvPr/>
        </p:nvGrpSpPr>
        <p:grpSpPr>
          <a:xfrm>
            <a:off x="2500489" y="3468650"/>
            <a:ext cx="1343378" cy="2153216"/>
            <a:chOff x="8774289" y="2579650"/>
            <a:chExt cx="1343378" cy="2153216"/>
          </a:xfrm>
        </p:grpSpPr>
        <p:pic>
          <p:nvPicPr>
            <p:cNvPr id="6" name="Grafik 5" descr="Ein Bild, das Cartoon, Kleidung, Zeichnung, stehend enthält.&#10;&#10;KI-generierte Inhalte können fehlerhaft sein.">
              <a:extLst>
                <a:ext uri="{FF2B5EF4-FFF2-40B4-BE49-F238E27FC236}">
                  <a16:creationId xmlns:a16="http://schemas.microsoft.com/office/drawing/2014/main" id="{EE586C06-D830-126A-3C93-46DC36C83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774289" y="2717799"/>
              <a:ext cx="1343378" cy="2015067"/>
            </a:xfrm>
            <a:prstGeom prst="rect">
              <a:avLst/>
            </a:prstGeom>
          </p:spPr>
        </p:pic>
        <p:pic>
          <p:nvPicPr>
            <p:cNvPr id="7" name="Picture 4" descr="Microsoft Defender – Wikipedia">
              <a:extLst>
                <a:ext uri="{FF2B5EF4-FFF2-40B4-BE49-F238E27FC236}">
                  <a16:creationId xmlns:a16="http://schemas.microsoft.com/office/drawing/2014/main" id="{0499F337-0E6B-F0A1-F2FB-F0DE974F08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1303" y="2579650"/>
              <a:ext cx="849349" cy="849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Ellipse 16">
            <a:extLst>
              <a:ext uri="{FF2B5EF4-FFF2-40B4-BE49-F238E27FC236}">
                <a16:creationId xmlns:a16="http://schemas.microsoft.com/office/drawing/2014/main" id="{75828203-B442-EAEB-FAC0-8E08CFF56D12}"/>
              </a:ext>
            </a:extLst>
          </p:cNvPr>
          <p:cNvSpPr/>
          <p:nvPr/>
        </p:nvSpPr>
        <p:spPr>
          <a:xfrm>
            <a:off x="3496674" y="3743817"/>
            <a:ext cx="1666617" cy="55033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0" name="Ellipse 17">
            <a:extLst>
              <a:ext uri="{FF2B5EF4-FFF2-40B4-BE49-F238E27FC236}">
                <a16:creationId xmlns:a16="http://schemas.microsoft.com/office/drawing/2014/main" id="{46D3DEF0-B85C-B46C-63FA-FD158B878125}"/>
              </a:ext>
            </a:extLst>
          </p:cNvPr>
          <p:cNvSpPr/>
          <p:nvPr/>
        </p:nvSpPr>
        <p:spPr>
          <a:xfrm>
            <a:off x="3373167" y="5621866"/>
            <a:ext cx="1666617" cy="550334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70148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98D05-8785-2092-A4FE-81192970B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1135E197-DACB-A35D-46BA-3851D962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A658650-E6B3-F0F0-3007-DC1E4FE9634A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8A4629-7900-74C1-A5D5-6E62E7D46D15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4AE8DB74-1E3F-4319-FA73-CFCF35B24E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6C49EE0C-5015-C2B6-F061-7A77E2C637F0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572F9E2-76DE-944B-7AAA-99FFDD8A52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0844" y="0"/>
            <a:ext cx="5710311" cy="6858000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C968E5E6-FE7A-5E38-ECF6-DBDDA651E292}"/>
              </a:ext>
            </a:extLst>
          </p:cNvPr>
          <p:cNvGrpSpPr/>
          <p:nvPr/>
        </p:nvGrpSpPr>
        <p:grpSpPr>
          <a:xfrm>
            <a:off x="5799666" y="5278529"/>
            <a:ext cx="2220383" cy="1646146"/>
            <a:chOff x="5799666" y="5278529"/>
            <a:chExt cx="2220383" cy="1646146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224D92B4-209C-9907-FAB3-3EB1FD1C70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799666" y="5278529"/>
              <a:ext cx="2220383" cy="1646146"/>
            </a:xfrm>
            <a:prstGeom prst="rect">
              <a:avLst/>
            </a:prstGeom>
          </p:spPr>
        </p:pic>
        <p:pic>
          <p:nvPicPr>
            <p:cNvPr id="10" name="Picture 4" descr="Microsoft Defender – Wikipedia">
              <a:extLst>
                <a:ext uri="{FF2B5EF4-FFF2-40B4-BE49-F238E27FC236}">
                  <a16:creationId xmlns:a16="http://schemas.microsoft.com/office/drawing/2014/main" id="{D8E7EACA-34A5-3BB7-9FB4-E51CEFFCDD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781892">
              <a:off x="7084107" y="5810116"/>
              <a:ext cx="743230" cy="808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2071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231F-63FF-936F-BC29-F4925C7C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BF20CDD8-15E4-7F59-E213-299B60EAD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E7D4B0-215D-7337-0653-718AE5DF56B8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E14FB0-678E-BDFC-ACCF-534E75148773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15800221-B686-4D4A-B217-5ADB0554D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DB7015F-700B-5D8D-82CE-11BA095AFF81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BDBAEA1-4686-71DD-A18B-6E45A4C5C5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9321" y="698165"/>
            <a:ext cx="10020650" cy="5924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86178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88BF2-E5E3-7BB4-D441-5B052F541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6164104-9F30-D95E-CF63-2070E34F1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9825281-573A-35EB-A800-E9DE6948ECEE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B2DC3-9ECE-E0CD-AE56-CF13C80421F2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596E7130-98EF-FA5C-4AB7-6B32A02A7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98C12D-51F3-CBC7-260D-D6DE81BF2C5C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2F2ACEB-A057-99D9-73EB-17B8C7F5D4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353" y="3032385"/>
            <a:ext cx="8699947" cy="346092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53079513-65B7-6522-88A4-04F608DF16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248" y="693299"/>
            <a:ext cx="6058211" cy="2921150"/>
          </a:xfrm>
          <a:prstGeom prst="rect">
            <a:avLst/>
          </a:prstGeom>
        </p:spPr>
      </p:pic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124D8D9C-1CDE-38E4-D1A6-D182BC67D98A}"/>
              </a:ext>
            </a:extLst>
          </p:cNvPr>
          <p:cNvGrpSpPr/>
          <p:nvPr/>
        </p:nvGrpSpPr>
        <p:grpSpPr>
          <a:xfrm>
            <a:off x="1155006" y="2926903"/>
            <a:ext cx="1343378" cy="2153216"/>
            <a:chOff x="8774289" y="2579650"/>
            <a:chExt cx="1343378" cy="2153216"/>
          </a:xfrm>
        </p:grpSpPr>
        <p:pic>
          <p:nvPicPr>
            <p:cNvPr id="7" name="Grafik 6" descr="Ein Bild, das Cartoon, Kleidung, Zeichnung, stehend enthält.&#10;&#10;KI-generierte Inhalte können fehlerhaft sein.">
              <a:extLst>
                <a:ext uri="{FF2B5EF4-FFF2-40B4-BE49-F238E27FC236}">
                  <a16:creationId xmlns:a16="http://schemas.microsoft.com/office/drawing/2014/main" id="{903D63FE-F08D-E3C2-D389-D328AFBE386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774289" y="2717799"/>
              <a:ext cx="1343378" cy="2015067"/>
            </a:xfrm>
            <a:prstGeom prst="rect">
              <a:avLst/>
            </a:prstGeom>
          </p:spPr>
        </p:pic>
        <p:pic>
          <p:nvPicPr>
            <p:cNvPr id="8" name="Picture 4" descr="Microsoft Defender – Wikipedia">
              <a:extLst>
                <a:ext uri="{FF2B5EF4-FFF2-40B4-BE49-F238E27FC236}">
                  <a16:creationId xmlns:a16="http://schemas.microsoft.com/office/drawing/2014/main" id="{78F2AAEA-99CA-2E2B-ECF7-CDA2CFEAC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021303" y="2579650"/>
              <a:ext cx="849349" cy="849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" name="Ellipse 12">
            <a:extLst>
              <a:ext uri="{FF2B5EF4-FFF2-40B4-BE49-F238E27FC236}">
                <a16:creationId xmlns:a16="http://schemas.microsoft.com/office/drawing/2014/main" id="{4A677909-AE85-8FB8-9A27-B47C315EB5E2}"/>
              </a:ext>
            </a:extLst>
          </p:cNvPr>
          <p:cNvSpPr/>
          <p:nvPr/>
        </p:nvSpPr>
        <p:spPr>
          <a:xfrm>
            <a:off x="2498384" y="2878665"/>
            <a:ext cx="2182673" cy="73578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7754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37711-6687-BC9C-742E-F0F09A0D3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E4A65E11-04FA-5C4D-14DE-A86C29A52B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0B48F0-70BF-5A75-CBB0-3B8307DDDD82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80AAE5-FB8A-9F63-69C7-7E5E088D9089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8F3877DB-D7A7-FE1D-2342-2957D909AB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94A85AF-31E0-7A8F-43DE-5DFCB30944B8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F68DF18-3585-829A-C8BB-7BFE3DDFB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72" y="1442442"/>
            <a:ext cx="6450285" cy="3723991"/>
          </a:xfrm>
          <a:prstGeom prst="rect">
            <a:avLst/>
          </a:prstGeom>
        </p:spPr>
      </p:pic>
      <p:pic>
        <p:nvPicPr>
          <p:cNvPr id="5" name="Grafik 4" descr="Ein Bild, das Screenshot, Muster, Kreis, Grafiken enthält.&#10;&#10;KI-generierte Inhalte können fehlerhaft sein.">
            <a:extLst>
              <a:ext uri="{FF2B5EF4-FFF2-40B4-BE49-F238E27FC236}">
                <a16:creationId xmlns:a16="http://schemas.microsoft.com/office/drawing/2014/main" id="{A735889C-71F6-5DFA-9F49-AFB3F7156D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0262" y="1442442"/>
            <a:ext cx="3700375" cy="3700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6829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D7BEA-7DE8-FCB0-1527-0185E8547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section.png">
            <a:extLst>
              <a:ext uri="{FF2B5EF4-FFF2-40B4-BE49-F238E27FC236}">
                <a16:creationId xmlns:a16="http://schemas.microsoft.com/office/drawing/2014/main" id="{3D5A42F1-DC1D-254A-2195-13C883B722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9C9B8DB-791A-8954-5A3B-EEB3D71350C6}"/>
              </a:ext>
            </a:extLst>
          </p:cNvPr>
          <p:cNvSpPr txBox="1"/>
          <p:nvPr/>
        </p:nvSpPr>
        <p:spPr>
          <a:xfrm>
            <a:off x="603504" y="548640"/>
            <a:ext cx="100584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spc="260" dirty="0">
                <a:solidFill>
                  <a:srgbClr val="FF2E88"/>
                </a:solidFill>
                <a:latin typeface="Consolas"/>
              </a:rPr>
              <a:t>  </a:t>
            </a:r>
            <a:endParaRPr lang="en-US" sz="1250" b="1" i="0" spc="260" dirty="0">
              <a:solidFill>
                <a:srgbClr val="FF2E88"/>
              </a:solidFill>
              <a:latin typeface="Consola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49F73A-2CAE-D76B-D49F-7FB74B37DDAE}"/>
              </a:ext>
            </a:extLst>
          </p:cNvPr>
          <p:cNvSpPr txBox="1"/>
          <p:nvPr/>
        </p:nvSpPr>
        <p:spPr>
          <a:xfrm>
            <a:off x="5643721" y="5308171"/>
            <a:ext cx="5443728" cy="730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</a:pPr>
            <a:endParaRPr lang="en-US" sz="500" dirty="0"/>
          </a:p>
        </p:txBody>
      </p:sp>
      <p:pic>
        <p:nvPicPr>
          <p:cNvPr id="22" name="Picture 21" descr="logo.png">
            <a:extLst>
              <a:ext uri="{FF2B5EF4-FFF2-40B4-BE49-F238E27FC236}">
                <a16:creationId xmlns:a16="http://schemas.microsoft.com/office/drawing/2014/main" id="{3BC771C0-7806-0C4C-BD60-C75C12472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6455664"/>
            <a:ext cx="237744" cy="23774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4DE6E388-DAC9-E5AF-A111-BDCC94B87CC3}"/>
              </a:ext>
            </a:extLst>
          </p:cNvPr>
          <p:cNvSpPr txBox="1"/>
          <p:nvPr/>
        </p:nvSpPr>
        <p:spPr>
          <a:xfrm>
            <a:off x="868680" y="6501439"/>
            <a:ext cx="640080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50" b="1" i="0" dirty="0">
                <a:solidFill>
                  <a:srgbClr val="8B83A8"/>
                </a:solidFill>
                <a:latin typeface="Segoe UI"/>
              </a:rPr>
              <a:t>Microsoft EMS Community</a:t>
            </a:r>
            <a:r>
              <a:rPr sz="950" b="0" i="0" dirty="0">
                <a:solidFill>
                  <a:srgbClr val="8B83A8"/>
                </a:solidFill>
                <a:latin typeface="Segoe UI"/>
              </a:rPr>
              <a:t>  · </a:t>
            </a:r>
            <a:r>
              <a:rPr lang="en-US" sz="950" dirty="0">
                <a:solidFill>
                  <a:srgbClr val="8B83A8"/>
                </a:solidFill>
                <a:latin typeface="Segoe UI"/>
              </a:rPr>
              <a:t>September 2026</a:t>
            </a:r>
            <a:endParaRPr sz="950" b="0" i="0" dirty="0">
              <a:solidFill>
                <a:srgbClr val="8B83A8"/>
              </a:solidFill>
              <a:latin typeface="Segoe UI"/>
            </a:endParaRPr>
          </a:p>
        </p:txBody>
      </p:sp>
      <p:pic>
        <p:nvPicPr>
          <p:cNvPr id="4" name="Grafik 3" descr="Ein Bild, das Screenshot, Muster, Schwarzweiß, nähen enthält.&#10;&#10;KI-generierte Inhalte können fehlerhaft sein.">
            <a:extLst>
              <a:ext uri="{FF2B5EF4-FFF2-40B4-BE49-F238E27FC236}">
                <a16:creationId xmlns:a16="http://schemas.microsoft.com/office/drawing/2014/main" id="{23D58AAB-7919-40FF-9FCF-83DFDCEC5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743553"/>
            <a:ext cx="3362061" cy="3362061"/>
          </a:xfrm>
          <a:prstGeom prst="rect">
            <a:avLst/>
          </a:prstGeom>
        </p:spPr>
      </p:pic>
      <p:pic>
        <p:nvPicPr>
          <p:cNvPr id="5" name="Grafik 4" descr="Ein Bild, das Screenshot, Muster, Kreis, Symmetrie enthält.&#10;&#10;KI-generierte Inhalte können fehlerhaft sein.">
            <a:extLst>
              <a:ext uri="{FF2B5EF4-FFF2-40B4-BE49-F238E27FC236}">
                <a16:creationId xmlns:a16="http://schemas.microsoft.com/office/drawing/2014/main" id="{EBC023D4-1632-4100-C95C-4A78979932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759" y="1708951"/>
            <a:ext cx="3362062" cy="3362062"/>
          </a:xfrm>
          <a:prstGeom prst="rect">
            <a:avLst/>
          </a:prstGeom>
        </p:spPr>
      </p:pic>
      <p:sp>
        <p:nvSpPr>
          <p:cNvPr id="7" name="Textplatzhalter 1">
            <a:extLst>
              <a:ext uri="{FF2B5EF4-FFF2-40B4-BE49-F238E27FC236}">
                <a16:creationId xmlns:a16="http://schemas.microsoft.com/office/drawing/2014/main" id="{1237FA2F-A115-35E6-EF8F-DD7E72CD0262}"/>
              </a:ext>
            </a:extLst>
          </p:cNvPr>
          <p:cNvSpPr txBox="1">
            <a:spLocks/>
          </p:cNvSpPr>
          <p:nvPr/>
        </p:nvSpPr>
        <p:spPr>
          <a:xfrm>
            <a:off x="1938759" y="5239439"/>
            <a:ext cx="3077115" cy="5909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sz="36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SOCRadar</a:t>
            </a:r>
            <a:endParaRPr lang="en-CH" sz="36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" name="Textplatzhalter 1">
            <a:extLst>
              <a:ext uri="{FF2B5EF4-FFF2-40B4-BE49-F238E27FC236}">
                <a16:creationId xmlns:a16="http://schemas.microsoft.com/office/drawing/2014/main" id="{A7F5BD1F-BD3D-CF9C-A174-0E110486EA98}"/>
              </a:ext>
            </a:extLst>
          </p:cNvPr>
          <p:cNvSpPr txBox="1">
            <a:spLocks/>
          </p:cNvSpPr>
          <p:nvPr/>
        </p:nvSpPr>
        <p:spPr>
          <a:xfrm>
            <a:off x="6238472" y="5319234"/>
            <a:ext cx="3077115" cy="590931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bg1"/>
                </a:solidFill>
                <a:latin typeface="Cambria" panose="020405030504060302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CH" dirty="0">
                <a:latin typeface="Segoe UI" panose="020B0502040204020203" pitchFamily="34" charset="0"/>
                <a:cs typeface="Segoe UI" panose="020B0502040204020203" pitchFamily="34" charset="0"/>
              </a:rPr>
              <a:t>Microsoft</a:t>
            </a:r>
            <a:endParaRPr lang="en-CH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68111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548640"/>
            <a:ext cx="640080" cy="640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6464" y="603504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 i="0" spc="260">
                <a:solidFill>
                  <a:srgbClr val="F5F2FC"/>
                </a:solidFill>
                <a:latin typeface="Consolas"/>
              </a:rPr>
              <a:t>MICROSOFT EMS COMMUNITY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2860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200" b="1" i="0">
                <a:solidFill>
                  <a:srgbClr val="F5F2FC"/>
                </a:solidFill>
                <a:effectLst>
                  <a:glow rad="64008">
                    <a:srgbClr val="7C3AED">
                      <a:alpha val="55000"/>
                    </a:srgbClr>
                  </a:glow>
                </a:effectLst>
                <a:latin typeface="Segoe UI Semibold"/>
              </a:rPr>
              <a:t>Thank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54880"/>
            <a:ext cx="320040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2E88"/>
              </a:gs>
              <a:gs pos="100000">
                <a:srgbClr val="7C3AED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3504" y="4726082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aka.ms/M365EMSDiscord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4754880"/>
            <a:ext cx="2377440" cy="457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7C3AED"/>
              </a:gs>
              <a:gs pos="100000">
                <a:srgbClr val="06B6D4"/>
              </a:gs>
            </a:gsLst>
            <a:lin ang="72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32504" y="4736592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spc="100">
                <a:solidFill>
                  <a:srgbClr val="F5F2FC"/>
                </a:solidFill>
                <a:latin typeface="Consolas"/>
              </a:rPr>
              <a:t>msems.community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612648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 dirty="0">
                <a:solidFill>
                  <a:srgbClr val="8B83A8"/>
                </a:solidFill>
                <a:latin typeface="Segoe UI"/>
              </a:rPr>
              <a:t>Independent and community-run. Not affiliated with, endorsed by, or sponsored by Microsoft. Product names are trademarks of the Microsoft group of companies.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E9833052-EF03-E231-6082-EB8A6BD2E7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6948" y="548640"/>
            <a:ext cx="4877051" cy="49342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defa4170-0d19-0005-0003-bc88714345d2}" enabled="1" method="Standard" siteId="{070b4049-26e7-41a4-ab19-a71b3bae9c7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1416</Words>
  <Application>Microsoft Office PowerPoint</Application>
  <PresentationFormat>Breitbild</PresentationFormat>
  <Paragraphs>348</Paragraphs>
  <Slides>65</Slides>
  <Notes>63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65</vt:i4>
      </vt:variant>
    </vt:vector>
  </HeadingPairs>
  <TitlesOfParts>
    <vt:vector size="72" baseType="lpstr">
      <vt:lpstr>Arial</vt:lpstr>
      <vt:lpstr>Calibri</vt:lpstr>
      <vt:lpstr>Consolas</vt:lpstr>
      <vt:lpstr>Segoe UI</vt:lpstr>
      <vt:lpstr>Segoe UI Semibold</vt:lpstr>
      <vt:lpstr>Wingdings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Albin Klinaku - AdVision.</dc:creator>
  <cp:keywords/>
  <dc:description>generated using python-pptx</dc:description>
  <cp:lastModifiedBy>Albin Klinaku - AdVision.</cp:lastModifiedBy>
  <cp:revision>200</cp:revision>
  <dcterms:created xsi:type="dcterms:W3CDTF">2013-01-27T09:14:16Z</dcterms:created>
  <dcterms:modified xsi:type="dcterms:W3CDTF">2026-09-04T15:52:01Z</dcterms:modified>
  <cp:category/>
</cp:coreProperties>
</file>