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3" r:id="rId6"/>
    <p:sldId id="268" r:id="rId7"/>
    <p:sldId id="279" r:id="rId8"/>
    <p:sldId id="275" r:id="rId9"/>
    <p:sldId id="277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4A3EF-AD3E-1DB9-18A8-9E21DA130C57}" v="1245" dt="2026-07-31T13:58:15.037"/>
    <p1510:client id="{D3058C8C-CA0C-EE62-0F5A-6959F9D19FED}" v="227" dt="2026-07-31T13:28:22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 autoAdjust="0"/>
    <p:restoredTop sz="66812" autoAdjust="0"/>
  </p:normalViewPr>
  <p:slideViewPr>
    <p:cSldViewPr snapToGrid="0" snapToObjects="1">
      <p:cViewPr varScale="1">
        <p:scale>
          <a:sx n="83" d="100"/>
          <a:sy n="83" d="100"/>
        </p:scale>
        <p:origin x="884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up. Discord https://aka.ms/M365EMSDiscord and https://www.msems.community/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Microsoft EMS Community server tag in Discord. Join: https://aka.ms/M365EMSDiscord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5024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spc="500">
                <a:solidFill>
                  <a:srgbClr val="22D3EE"/>
                </a:solidFill>
                <a:latin typeface="Consolas"/>
              </a:rPr>
              <a:t>WELCOME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972800" cy="1608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1000" b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TALK NAME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3504" y="416052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>
                <a:solidFill>
                  <a:srgbClr val="F5F2FC"/>
                </a:solidFill>
                <a:latin typeface="Segoe UI"/>
              </a:rPr>
              <a:t>TAG LINE</a:t>
            </a:r>
            <a:endParaRPr lang="en-US" sz="2100">
              <a:solidFill>
                <a:srgbClr val="F5F2FC"/>
              </a:solidFill>
              <a:latin typeface="Segoe UI"/>
              <a:cs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3504" y="5029200"/>
            <a:ext cx="27432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5139484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00" b="1" spc="100">
                <a:solidFill>
                  <a:srgbClr val="F5F2FC"/>
                </a:solidFill>
                <a:latin typeface="Consolas"/>
              </a:rPr>
              <a:t>WED · DATE</a:t>
            </a:r>
            <a:endParaRPr sz="1300" b="1" i="0" spc="100" dirty="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5304" y="5150078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dirty="0">
                <a:solidFill>
                  <a:srgbClr val="B6AED2"/>
                </a:solidFill>
                <a:latin typeface="Segoe UI"/>
                <a:cs typeface="Segoe UI"/>
              </a:rPr>
              <a:t>  Intune · Entra ID · Defender · Purview (Select Subject as </a:t>
            </a:r>
            <a:r>
              <a:rPr lang="en-US" sz="1400">
                <a:solidFill>
                  <a:srgbClr val="B6AED2"/>
                </a:solidFill>
                <a:latin typeface="Segoe UI"/>
                <a:cs typeface="Segoe UI"/>
              </a:rPr>
              <a:t>Appropriate</a:t>
            </a:r>
            <a:r>
              <a:rPr lang="en-US" sz="1400" dirty="0">
                <a:solidFill>
                  <a:srgbClr val="B6AED2"/>
                </a:solidFill>
                <a:latin typeface="Segoe UI"/>
                <a:cs typeface="Segoe UI"/>
              </a:rPr>
              <a:t>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" y="59893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>
                <a:solidFill>
                  <a:srgbClr val="8B83A8"/>
                </a:solidFill>
                <a:latin typeface="Segoe UI"/>
              </a:rPr>
              <a:t>Talk by [SPEAKER NAME]</a:t>
            </a:r>
            <a:endParaRPr lang="en-US" sz="1300" i="0">
              <a:solidFill>
                <a:srgbClr val="8B83A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 dirty="0">
                <a:solidFill>
                  <a:srgbClr val="22D3EE"/>
                </a:solidFill>
                <a:latin typeface="Consolas"/>
              </a:rPr>
              <a:t>TODAY'S </a:t>
            </a:r>
            <a:r>
              <a:rPr lang="en-US" sz="1250" b="1" spc="260">
                <a:solidFill>
                  <a:srgbClr val="22D3EE"/>
                </a:solidFill>
                <a:latin typeface="Consolas"/>
              </a:rPr>
              <a:t>SPEAKER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415223" y="1444752"/>
            <a:ext cx="3282696" cy="3282696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vp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6631" y="3566160"/>
            <a:ext cx="1097280" cy="1097280"/>
          </a:xfrm>
          <a:prstGeom prst="rect">
            <a:avLst/>
          </a:prstGeom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03504" y="1371600"/>
            <a:ext cx="66751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b="1">
                <a:solidFill>
                  <a:srgbClr val="F5F2FC"/>
                </a:solidFill>
                <a:latin typeface="Segoe UI Semibold"/>
              </a:rPr>
              <a:t>NAME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3504" y="2240280"/>
            <a:ext cx="6583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50" b="1">
                <a:solidFill>
                  <a:srgbClr val="22D3EE"/>
                </a:solidFill>
                <a:latin typeface="Segoe UI"/>
              </a:rPr>
              <a:t>JOB TITLE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3504" y="2880360"/>
            <a:ext cx="6400800" cy="278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650" i="1">
                <a:solidFill>
                  <a:srgbClr val="B6AED2"/>
                </a:solidFill>
                <a:latin typeface="Segoe UI"/>
              </a:rPr>
              <a:t>BLURB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3504" y="4526280"/>
            <a:ext cx="1485900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90572" y="4526280"/>
            <a:ext cx="215798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" y="5257800"/>
            <a:ext cx="6583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>
                <a:solidFill>
                  <a:srgbClr val="8B83A8"/>
                </a:solidFill>
                <a:latin typeface="Consolas"/>
              </a:rPr>
              <a:t>WEBSITES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03504" y="5943600"/>
            <a:ext cx="65836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8B83A8"/>
                </a:solidFill>
                <a:latin typeface="Segoe UI"/>
              </a:rPr>
              <a:t>Hosted by Microsoft </a:t>
            </a:r>
            <a:r>
              <a:rPr lang="en-US" sz="1250">
                <a:solidFill>
                  <a:srgbClr val="8B83A8"/>
                </a:solidFill>
                <a:latin typeface="Segoe UI"/>
              </a:rPr>
              <a:t>EMS Discord Staff Team</a:t>
            </a:r>
            <a:endParaRPr sz="1250" b="0" i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950" b="1" dirty="0">
                <a:solidFill>
                  <a:srgbClr val="8B83A8"/>
                </a:solidFill>
                <a:latin typeface="Segoe UI"/>
              </a:rPr>
              <a:t>Microsoft</a:t>
            </a:r>
            <a:r>
              <a:rPr sz="950" b="1" i="0" dirty="0">
                <a:solidFill>
                  <a:srgbClr val="8B83A8"/>
                </a:solidFill>
                <a:latin typeface="Segoe UI"/>
              </a:rPr>
              <a:t>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>
                <a:solidFill>
                  <a:srgbClr val="8B83A8"/>
                </a:solidFill>
                <a:latin typeface="Segoe UI"/>
              </a:rPr>
              <a:t>September 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896112"/>
            <a:ext cx="10058400" cy="572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3800" b="1">
                <a:solidFill>
                  <a:srgbClr val="F5F2FC"/>
                </a:solidFill>
                <a:latin typeface="Segoe UI Semibold"/>
              </a:rPr>
              <a:t>3 Vertical Box Format</a:t>
            </a:r>
            <a:endParaRPr lang="en-US" sz="3800" b="1">
              <a:solidFill>
                <a:srgbClr val="F5F2FC"/>
              </a:solidFill>
              <a:latin typeface="Segoe UI Semibold"/>
              <a:cs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1627632"/>
            <a:ext cx="10515600" cy="28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sz="170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03504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61" y="3089757"/>
            <a:ext cx="486460" cy="486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3995928"/>
            <a:ext cx="2649626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1">
                <a:solidFill>
                  <a:srgbClr val="F5F2FC"/>
                </a:solidFill>
                <a:latin typeface="Segoe UI Semibold"/>
              </a:rPr>
              <a:t>TEXT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 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87552" y="4507992"/>
            <a:ext cx="2649626" cy="233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999"/>
              </a:lnSpc>
            </a:pPr>
            <a:r>
              <a:rPr lang="en-US" sz="140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386986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71034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143" y="3089757"/>
            <a:ext cx="486460" cy="4864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71034" y="3995928"/>
            <a:ext cx="2649626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>
                <a:solidFill>
                  <a:srgbClr val="F5F2FC"/>
                </a:solidFill>
                <a:latin typeface="Segoe UI Semibold"/>
              </a:rPr>
              <a:t>TEXT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771034" y="4507992"/>
            <a:ext cx="2649626" cy="233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999"/>
              </a:lnSpc>
            </a:pPr>
            <a:r>
              <a:rPr lang="en-US" sz="140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170468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54516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626" y="3089757"/>
            <a:ext cx="486460" cy="4864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54516" y="3995928"/>
            <a:ext cx="2649626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>
                <a:solidFill>
                  <a:srgbClr val="F5F2FC"/>
                </a:solidFill>
                <a:latin typeface="Segoe UI Semibold"/>
              </a:rPr>
              <a:t>TEXT</a:t>
            </a:r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554516" y="4507992"/>
            <a:ext cx="2649626" cy="233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999"/>
              </a:lnSpc>
            </a:pPr>
            <a:r>
              <a:rPr lang="en-US" sz="140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950" b="1" dirty="0">
                <a:solidFill>
                  <a:srgbClr val="8B83A8"/>
                </a:solidFill>
                <a:latin typeface="Segoe UI"/>
              </a:rPr>
              <a:t>Microsoft</a:t>
            </a:r>
            <a:r>
              <a:rPr sz="950" b="1" i="0" dirty="0">
                <a:solidFill>
                  <a:srgbClr val="8B83A8"/>
                </a:solidFill>
                <a:latin typeface="Segoe UI"/>
              </a:rPr>
              <a:t>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</a:t>
            </a:r>
            <a:r>
              <a:rPr lang="en-US" sz="950">
                <a:solidFill>
                  <a:srgbClr val="8B83A8"/>
                </a:solidFill>
                <a:latin typeface="Segoe UI"/>
              </a:rPr>
              <a:t> September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896112"/>
            <a:ext cx="10058400" cy="572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3800" b="1">
                <a:solidFill>
                  <a:srgbClr val="F5F2FC"/>
                </a:solidFill>
                <a:latin typeface="Segoe UI Semibold"/>
              </a:rPr>
              <a:t>6 Box Format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03504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249424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>
                <a:solidFill>
                  <a:srgbClr val="F5F2FC"/>
                </a:solidFill>
                <a:latin typeface="Segoe UI"/>
                <a:cs typeface="Segoe UI"/>
              </a:rPr>
              <a:t>TITLE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399032" y="2596896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>
                <a:solidFill>
                  <a:srgbClr val="B6AED2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884267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3504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4672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291839"/>
            <a:ext cx="34578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>
                <a:solidFill>
                  <a:srgbClr val="F5F2FC"/>
                </a:solidFill>
                <a:latin typeface="Segoe UI"/>
                <a:cs typeface="Segoe UI"/>
              </a:rPr>
              <a:t>Title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 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399032" y="3639311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>
                <a:solidFill>
                  <a:srgbClr val="B6AED2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884267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3504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334255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>
                <a:solidFill>
                  <a:srgbClr val="F5F2FC"/>
                </a:solidFill>
                <a:latin typeface="Segoe UI"/>
              </a:rPr>
              <a:t>TITLE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399032" y="4681727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>
                <a:solidFill>
                  <a:srgbClr val="B6AED2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4884267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1587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02755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2755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7115" y="2249424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F5F2FC"/>
                </a:solidFill>
                <a:latin typeface="Segoe UI"/>
              </a:rPr>
              <a:t>TITLE</a:t>
            </a:r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097115" y="2596896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>
                <a:solidFill>
                  <a:srgbClr val="B6AED2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10582351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01587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02755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2755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7115" y="3291839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F5F2FC"/>
                </a:solidFill>
                <a:latin typeface="Segoe UI"/>
              </a:rPr>
              <a:t>TITLE</a:t>
            </a:r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7097115" y="3639311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>
                <a:solidFill>
                  <a:srgbClr val="B6AED2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10582351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01587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02755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02755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7115" y="4334255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F5F2FC"/>
                </a:solidFill>
                <a:latin typeface="Segoe UI"/>
              </a:rPr>
              <a:t>TITLE</a:t>
            </a:r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7097115" y="4681727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>
                <a:solidFill>
                  <a:srgbClr val="B6AED2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10582351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950" b="1">
                <a:solidFill>
                  <a:srgbClr val="8B83A8"/>
                </a:solidFill>
                <a:latin typeface="Segoe UI"/>
              </a:rPr>
              <a:t>Microsoft</a:t>
            </a:r>
            <a:r>
              <a:rPr sz="950" b="1" i="0">
                <a:solidFill>
                  <a:srgbClr val="8B83A8"/>
                </a:solidFill>
                <a:latin typeface="Segoe UI"/>
              </a:rPr>
              <a:t> EMS Community 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· </a:t>
            </a:r>
            <a:r>
              <a:rPr lang="en-US" sz="950">
                <a:solidFill>
                  <a:srgbClr val="8B83A8"/>
                </a:solidFill>
                <a:latin typeface="Segoe UI"/>
              </a:rPr>
              <a:t>September 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896112"/>
            <a:ext cx="10698480" cy="526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3500" b="1">
                <a:solidFill>
                  <a:srgbClr val="F5F2FC"/>
                </a:solidFill>
                <a:latin typeface="Segoe UI Semibold"/>
              </a:rPr>
              <a:t>3 Box Vertical Stacked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03504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5740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9888" y="2078642"/>
            <a:ext cx="2503322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50" b="1" spc="50">
                <a:solidFill>
                  <a:srgbClr val="F5F2FC"/>
                </a:solidFill>
                <a:latin typeface="Consolas"/>
              </a:rPr>
              <a:t>TITLE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FF2E88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59536" y="2944368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 sz="1150">
              <a:solidFill>
                <a:srgbClr val="B6AED2"/>
              </a:solidFill>
              <a:latin typeface="Segoe UI"/>
              <a:cs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5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FF2E88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59536" y="3831335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59536" y="4443983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spc="50">
                <a:solidFill>
                  <a:srgbClr val="C026D3"/>
                </a:solidFill>
                <a:latin typeface="Consolas"/>
                <a:cs typeface="Segoe UI"/>
              </a:rPr>
              <a:t>TEXT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59536" y="4718303"/>
            <a:ext cx="2960522" cy="366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00">
                <a:solidFill>
                  <a:srgbClr val="B6AED2"/>
                </a:solidFill>
                <a:latin typeface="Segoe UI"/>
              </a:rPr>
              <a:t>TEXT</a:t>
            </a:r>
          </a:p>
          <a:p>
            <a:pPr algn="l">
              <a:lnSpc>
                <a:spcPct val="105000"/>
              </a:lnSpc>
            </a:pPr>
            <a:endParaRPr sz="1150" b="0" i="0" dirty="0">
              <a:solidFill>
                <a:srgbClr val="B6AED2"/>
              </a:solidFill>
              <a:latin typeface="Segoe UI"/>
              <a:cs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" y="5330951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8B5CF6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59536" y="5605271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386986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24730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602" y="205740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73370" y="2078642"/>
            <a:ext cx="2503322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50" b="1" spc="50">
                <a:solidFill>
                  <a:srgbClr val="F5F2FC"/>
                </a:solidFill>
                <a:latin typeface="Consolas"/>
              </a:rPr>
              <a:t>TITLE</a:t>
            </a:r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643018" y="2670048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FF2E88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643018" y="2944368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643018" y="3557015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8B5CF6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643018" y="3831335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643018" y="4443983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3B82F6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643018" y="4718303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4643018" y="5330951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06B6D4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643018" y="5605271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8170468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08212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084" y="205740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56852" y="2078642"/>
            <a:ext cx="2503322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50" b="1" spc="50">
                <a:solidFill>
                  <a:srgbClr val="F5F2FC"/>
                </a:solidFill>
                <a:latin typeface="Consolas"/>
              </a:rPr>
              <a:t>TITLE</a:t>
            </a:r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426500" y="2670048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8B5CF6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426500" y="2944368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426500" y="3557015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3B82F6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426500" y="3831335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426500" y="4443983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06B6D4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426500" y="4718303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426500" y="5330951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spc="50">
                <a:solidFill>
                  <a:srgbClr val="22D3EE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426500" y="5605271"/>
            <a:ext cx="2960522" cy="177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950" b="1" dirty="0">
                <a:solidFill>
                  <a:srgbClr val="8B83A8"/>
                </a:solidFill>
                <a:latin typeface="Segoe UI"/>
              </a:rPr>
              <a:t>Microsoft</a:t>
            </a:r>
            <a:r>
              <a:rPr sz="950" b="1" i="0" dirty="0">
                <a:solidFill>
                  <a:srgbClr val="8B83A8"/>
                </a:solidFill>
                <a:latin typeface="Segoe UI"/>
              </a:rPr>
              <a:t>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>
                <a:solidFill>
                  <a:srgbClr val="8B83A8"/>
                </a:solidFill>
                <a:latin typeface="Segoe UI"/>
              </a:rPr>
              <a:t>September 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896112"/>
            <a:ext cx="7406640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3300" b="1">
                <a:solidFill>
                  <a:srgbClr val="F5F2FC"/>
                </a:solidFill>
                <a:latin typeface="Segoe UI Semibold"/>
              </a:rPr>
              <a:t>Bullet Point Format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1">
                <a:solidFill>
                  <a:srgbClr val="22D3EE"/>
                </a:solidFill>
                <a:latin typeface="Segoe UI Semibold"/>
              </a:rPr>
              <a:t>Bullet Point Format</a:t>
            </a:r>
            <a:endParaRPr lang="en-US" sz="1900" b="1">
              <a:solidFill>
                <a:srgbClr val="22D3EE"/>
              </a:solidFill>
              <a:latin typeface="Segoe UI Semibold"/>
              <a:cs typeface="Segoe UI Semi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50" b="1">
                <a:solidFill>
                  <a:srgbClr val="F5F2FC"/>
                </a:solidFill>
                <a:latin typeface="Segoe UI"/>
              </a:rPr>
              <a:t>Point 1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199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50" b="1">
                <a:solidFill>
                  <a:srgbClr val="F5F2FC"/>
                </a:solidFill>
                <a:latin typeface="Segoe UI"/>
              </a:rPr>
              <a:t>Point 2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199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50">
                <a:solidFill>
                  <a:srgbClr val="B6AED2"/>
                </a:solidFill>
                <a:latin typeface="Segoe UI"/>
                <a:cs typeface="Segoe UI"/>
              </a:rPr>
              <a:t>TEXT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50" b="1">
                <a:solidFill>
                  <a:srgbClr val="F5F2FC"/>
                </a:solidFill>
                <a:latin typeface="Segoe UI"/>
              </a:rPr>
              <a:t>Point 3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199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50" b="1">
                <a:solidFill>
                  <a:srgbClr val="F5F2FC"/>
                </a:solidFill>
                <a:latin typeface="Segoe UI"/>
              </a:rPr>
              <a:t>Point</a:t>
            </a:r>
            <a:r>
              <a:rPr lang="en-US" sz="1550" b="1" dirty="0">
                <a:solidFill>
                  <a:srgbClr val="F5F2FC"/>
                </a:solidFill>
                <a:latin typeface="Segoe UI"/>
              </a:rPr>
              <a:t> 4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199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50">
                <a:solidFill>
                  <a:srgbClr val="B6AED2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spc="300">
                <a:solidFill>
                  <a:srgbClr val="F5F2FC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1456681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5000" b="1">
                <a:solidFill>
                  <a:srgbClr val="F5F2FC"/>
                </a:solidFill>
                <a:latin typeface="Segoe UI Semibold"/>
              </a:rPr>
              <a:t>TEXT</a:t>
            </a:r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207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b="1">
                <a:solidFill>
                  <a:srgbClr val="F5F2FC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spc="200">
                <a:solidFill>
                  <a:srgbClr val="F2E9FF"/>
                </a:solidFill>
                <a:latin typeface="Consolas"/>
              </a:rPr>
              <a:t>TEXT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191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>
                <a:solidFill>
                  <a:srgbClr val="FBF4FF"/>
                </a:solidFill>
                <a:latin typeface="Segoe UI"/>
              </a:rPr>
              <a:t>TEXT</a:t>
            </a: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i="1">
                <a:solidFill>
                  <a:srgbClr val="E9DCFF"/>
                </a:solidFill>
                <a:latin typeface="Segoe UI"/>
              </a:rPr>
              <a:t>SUBTEXT</a:t>
            </a:r>
            <a:endParaRPr lang="en-US"/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950" b="1" dirty="0">
                <a:solidFill>
                  <a:srgbClr val="8B83A8"/>
                </a:solidFill>
                <a:latin typeface="Segoe UI"/>
              </a:rPr>
              <a:t>Microsoft</a:t>
            </a:r>
            <a:r>
              <a:rPr sz="950" b="1" i="0" dirty="0">
                <a:solidFill>
                  <a:srgbClr val="8B83A8"/>
                </a:solidFill>
                <a:latin typeface="Segoe UI"/>
              </a:rPr>
              <a:t>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>
                <a:solidFill>
                  <a:srgbClr val="8B83A8"/>
                </a:solidFill>
                <a:latin typeface="Segoe UI"/>
              </a:rPr>
              <a:t>September 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52E8-4599-A7BC-F257-40C4E17F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7D512C7C-9A75-455D-2D0D-09BEFCCE3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8A8480-34D5-752F-902A-E7C0BF161FDB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62EA7-43C1-4D1D-3410-B117F4884D17}"/>
              </a:ext>
            </a:extLst>
          </p:cNvPr>
          <p:cNvSpPr txBox="1"/>
          <p:nvPr/>
        </p:nvSpPr>
        <p:spPr>
          <a:xfrm>
            <a:off x="603504" y="896112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>
                <a:solidFill>
                  <a:schemeClr val="bg1">
                    <a:lumMod val="95000"/>
                  </a:schemeClr>
                </a:solidFill>
              </a:rPr>
              <a:t>Blank Slide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FEC01-C3EF-A692-5667-6B115EA64DC1}"/>
              </a:ext>
            </a:extLst>
          </p:cNvPr>
          <p:cNvSpPr txBox="1"/>
          <p:nvPr/>
        </p:nvSpPr>
        <p:spPr>
          <a:xfrm>
            <a:off x="603504" y="5897880"/>
            <a:ext cx="1098468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i="1">
                <a:solidFill>
                  <a:srgbClr val="B6AED2"/>
                </a:solidFill>
                <a:latin typeface="Segoe UI"/>
              </a:rPr>
              <a:t>Sub Text</a:t>
            </a:r>
            <a:endParaRPr lang="en-US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62A8C0D-EF89-5650-001C-9A6263064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DECD72-7FE8-6601-C953-9236B78A4280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E947A7-BC91-82CD-52AC-6D42276A77BE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50885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469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3200" b="1">
                <a:solidFill>
                  <a:srgbClr val="F5F2FC"/>
                </a:solidFill>
                <a:latin typeface="Segoe UI Semibold"/>
              </a:rPr>
              <a:t>QUIZ FORMAT</a:t>
            </a:r>
            <a:endParaRPr sz="32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504" y="1783080"/>
            <a:ext cx="10984687" cy="132588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1746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6066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9988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4308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3504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7824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71746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46066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950" b="1" dirty="0">
                <a:solidFill>
                  <a:srgbClr val="8B83A8"/>
                </a:solidFill>
                <a:latin typeface="Segoe UI"/>
              </a:rPr>
              <a:t>Microsoft</a:t>
            </a:r>
            <a:r>
              <a:rPr sz="950" b="1" i="0" dirty="0">
                <a:solidFill>
                  <a:srgbClr val="8B83A8"/>
                </a:solidFill>
                <a:latin typeface="Segoe UI"/>
              </a:rPr>
              <a:t>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>
                <a:solidFill>
                  <a:srgbClr val="8B83A8"/>
                </a:solidFill>
                <a:latin typeface="Segoe UI"/>
              </a:rPr>
              <a:t>September 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4864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6464" y="60350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2860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54880"/>
            <a:ext cx="32004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73659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aka.ms/M365EMSDiscord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47548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2504" y="4736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msems.community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83A8"/>
                </a:solidFill>
                <a:latin typeface="Segoe UI"/>
              </a:rPr>
              <a:t>Independent and community-run. Not affiliated with, endorsed by, or sponsored by Microsoft. Product names are trademarks of the Microsoft group of companies.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REP THE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Add the MSEC server tag</a:t>
            </a:r>
          </a:p>
        </p:txBody>
      </p:sp>
      <p:sp>
        <p:nvSpPr>
          <p:cNvPr id="5" name="Oval 4"/>
          <p:cNvSpPr/>
          <p:nvPr/>
        </p:nvSpPr>
        <p:spPr>
          <a:xfrm>
            <a:off x="603504" y="1874519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856231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819655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Open Discord, then your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221991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Click your name bottom-left, then Edit Profile.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53511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935223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898647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Choose Server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30098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Pick Microsoft EMS Community from the list.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032503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4014215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977639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Wear it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379975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The MSEC tag shows next to your name across Discord.</a:t>
            </a:r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3246120" cy="1322697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8" name="Picture 17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246120"/>
            <a:ext cx="3063240" cy="1399683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" name="Picture 18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160520"/>
            <a:ext cx="2194560" cy="1803748"/>
          </a:xfrm>
          <a:prstGeom prst="roundRect">
            <a:avLst>
              <a:gd name="adj" fmla="val 12000"/>
            </a:avLst>
          </a:prstGeom>
          <a:ln w="19050">
            <a:solidFill>
              <a:srgbClr val="FF2E88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3-bc88714345d2}" enabled="1" method="Standard" siteId="{070b4049-26e7-41a4-ab19-a71b3bae9c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3740</Words>
  <Application>Microsoft Office PowerPoint</Application>
  <PresentationFormat>Widescreen</PresentationFormat>
  <Paragraphs>422</Paragraphs>
  <Slides>10</Slides>
  <Notes>9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Jonas Bøgvad</cp:lastModifiedBy>
  <cp:revision>199</cp:revision>
  <dcterms:created xsi:type="dcterms:W3CDTF">2013-01-27T09:14:16Z</dcterms:created>
  <dcterms:modified xsi:type="dcterms:W3CDTF">2026-07-31T13:58:32Z</dcterms:modified>
  <cp:category/>
</cp:coreProperties>
</file>